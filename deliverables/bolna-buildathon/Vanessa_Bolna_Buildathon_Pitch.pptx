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cb183702524537" /><Relationship Type="http://schemas.openxmlformats.org/officeDocument/2006/relationships/extended-properties" Target="/docProps/app.xml" Id="R1abebe56f61d44b1" /><Relationship Type="http://schemas.openxmlformats.org/officeDocument/2006/relationships/officeDocument" Target="/ppt/presentation.xml" Id="R23e94cc31e924d52" /></Relationships>
</file>

<file path=ppt/presentation.xml><?xml version="1.0" encoding="utf-8"?>
<p:presentation xmlns:p="http://schemas.openxmlformats.org/presentationml/2006/main">
  <p:sldMasterIdLst>
    <p:sldMasterId xmlns:r="http://schemas.openxmlformats.org/officeDocument/2006/relationships" id="2147483648" r:id="R87b1d45e06874781"/>
  </p:sldMasterIdLst>
  <p:notesMasterIdLst>
    <p:notesMasterId xmlns:r="http://schemas.openxmlformats.org/officeDocument/2006/relationships" r:id="R46c3c3247ac24290"/>
  </p:notesMasterIdLst>
  <p:sldIdLst>
    <p:sldId xmlns:r="http://schemas.openxmlformats.org/officeDocument/2006/relationships" id="256" r:id="Rbd875e0e0e1846c4"/>
    <p:sldId xmlns:r="http://schemas.openxmlformats.org/officeDocument/2006/relationships" id="257" r:id="R3ad1e31371614dfc"/>
    <p:sldId xmlns:r="http://schemas.openxmlformats.org/officeDocument/2006/relationships" id="258" r:id="Rd7ae0e672e364d0e"/>
    <p:sldId xmlns:r="http://schemas.openxmlformats.org/officeDocument/2006/relationships" id="259" r:id="R3770b47091a74705"/>
    <p:sldId xmlns:r="http://schemas.openxmlformats.org/officeDocument/2006/relationships" id="260" r:id="R8497946147a441b0"/>
    <p:sldId xmlns:r="http://schemas.openxmlformats.org/officeDocument/2006/relationships" id="261" r:id="Rd1a74378531146f5"/>
    <p:sldId xmlns:r="http://schemas.openxmlformats.org/officeDocument/2006/relationships" id="262" r:id="R5c85e9daae784596"/>
    <p:sldId xmlns:r="http://schemas.openxmlformats.org/officeDocument/2006/relationships" id="263" r:id="R02c16d13093d409b"/>
    <p:sldId xmlns:r="http://schemas.openxmlformats.org/officeDocument/2006/relationships" id="264" r:id="R84d65b4530c34964"/>
    <p:sldId xmlns:r="http://schemas.openxmlformats.org/officeDocument/2006/relationships" id="265" r:id="R19d3b8b7f31643c9"/>
    <p:sldId xmlns:r="http://schemas.openxmlformats.org/officeDocument/2006/relationships" id="266" r:id="Re173a81831ca42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6e922ddb564f86" /><Relationship Type="http://schemas.openxmlformats.org/officeDocument/2006/relationships/slideMaster" Target="/ppt/slideMasters/slideMaster1.xml" Id="R87b1d45e06874781" /><Relationship Type="http://schemas.openxmlformats.org/officeDocument/2006/relationships/notesMaster" Target="/ppt/notesMasters/notesMaster1.xml" Id="R46c3c3247ac24290" /><Relationship Type="http://schemas.openxmlformats.org/officeDocument/2006/relationships/presProps" Target="/ppt/presProps.xml" Id="R82c0a281decd4efd" /><Relationship Type="http://schemas.openxmlformats.org/officeDocument/2006/relationships/tableStyles" Target="/ppt/tableStyles.xml" Id="R4ac40f5bf7444cb9" /><Relationship Type="http://schemas.openxmlformats.org/officeDocument/2006/relationships/slide" Target="/ppt/slides/slide1.xml" Id="Rbd875e0e0e1846c4" /><Relationship Type="http://schemas.openxmlformats.org/officeDocument/2006/relationships/slide" Target="/ppt/slides/slide2.xml" Id="R3ad1e31371614dfc" /><Relationship Type="http://schemas.openxmlformats.org/officeDocument/2006/relationships/slide" Target="/ppt/slides/slide3.xml" Id="Rd7ae0e672e364d0e" /><Relationship Type="http://schemas.openxmlformats.org/officeDocument/2006/relationships/slide" Target="/ppt/slides/slide4.xml" Id="R3770b47091a74705" /><Relationship Type="http://schemas.openxmlformats.org/officeDocument/2006/relationships/slide" Target="/ppt/slides/slide5.xml" Id="R8497946147a441b0" /><Relationship Type="http://schemas.openxmlformats.org/officeDocument/2006/relationships/slide" Target="/ppt/slides/slide6.xml" Id="Rd1a74378531146f5" /><Relationship Type="http://schemas.openxmlformats.org/officeDocument/2006/relationships/slide" Target="/ppt/slides/slide7.xml" Id="R5c85e9daae784596" /><Relationship Type="http://schemas.openxmlformats.org/officeDocument/2006/relationships/slide" Target="/ppt/slides/slide8.xml" Id="R02c16d13093d409b" /><Relationship Type="http://schemas.openxmlformats.org/officeDocument/2006/relationships/slide" Target="/ppt/slides/slide9.xml" Id="R84d65b4530c34964" /><Relationship Type="http://schemas.openxmlformats.org/officeDocument/2006/relationships/slide" Target="/ppt/slides/slide10.xml" Id="R19d3b8b7f31643c9" /><Relationship Type="http://schemas.openxmlformats.org/officeDocument/2006/relationships/slide" Target="/ppt/slides/slide11.xml" Id="Re173a81831ca42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0638c047894c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87c3a80d5848e1" /><Relationship Type="http://schemas.openxmlformats.org/officeDocument/2006/relationships/notesMaster" Target="/ppt/notesMasters/notesMaster1.xml" Id="R48fa7d00925346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5b7e962a3b49f7" /><Relationship Type="http://schemas.openxmlformats.org/officeDocument/2006/relationships/notesMaster" Target="/ppt/notesMasters/notesMaster1.xml" Id="R61d7bf2ad90244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d90d563db24b4a" /><Relationship Type="http://schemas.openxmlformats.org/officeDocument/2006/relationships/notesMaster" Target="/ppt/notesMasters/notesMaster1.xml" Id="Rc3f6dbe80d644a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96da2dd79a4f16" /><Relationship Type="http://schemas.openxmlformats.org/officeDocument/2006/relationships/notesMaster" Target="/ppt/notesMasters/notesMaster1.xml" Id="R1f25dedb44af49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6172af536f4fe3" /><Relationship Type="http://schemas.openxmlformats.org/officeDocument/2006/relationships/notesMaster" Target="/ppt/notesMasters/notesMaster1.xml" Id="Rbf530c00018940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95e32f19664e48" /><Relationship Type="http://schemas.openxmlformats.org/officeDocument/2006/relationships/notesMaster" Target="/ppt/notesMasters/notesMaster1.xml" Id="Ra121a0d79b334c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530106e2764ee2" /><Relationship Type="http://schemas.openxmlformats.org/officeDocument/2006/relationships/notesMaster" Target="/ppt/notesMasters/notesMaster1.xml" Id="Rb979c7006c1443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25adc8e8fe407f" /><Relationship Type="http://schemas.openxmlformats.org/officeDocument/2006/relationships/notesMaster" Target="/ppt/notesMasters/notesMaster1.xml" Id="Rc98b2ee7630f49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4755ca3a154d84" /><Relationship Type="http://schemas.openxmlformats.org/officeDocument/2006/relationships/notesMaster" Target="/ppt/notesMasters/notesMaster1.xml" Id="R3baae169cb3049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3294f7813a469a" /><Relationship Type="http://schemas.openxmlformats.org/officeDocument/2006/relationships/notesMaster" Target="/ppt/notesMasters/notesMaster1.xml" Id="R2e7d0ee3ba984b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379fb5535d474d" /><Relationship Type="http://schemas.openxmlformats.org/officeDocument/2006/relationships/notesMaster" Target="/ppt/notesMasters/notesMaster1.xml" Id="R039412ff1aee48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Vanessa gives engineering and IT users a voice interface to supported Windows, file and project workflows. The current deliverable is a Windows prototype. The central product promise is a reviewable execution process with approvals and honest outcomes. The cover uses the original project orb artwork. No commercial traction or production service level is claimed.</a:t>
            </a:r>
          </a:p>
          <a:p xmlns:a="http://schemas.openxmlformats.org/drawingml/2006/main">
            <a:r>
              <a:t>Buildathon context: https://www.bolna.ai/symphony/buildathon</a:t>
            </a:r>
          </a:p>
          <a:p xmlns:a="http://schemas.openxmlformats.org/drawingml/2006/main">
            <a:r>
              <a:t/>
            </a:r>
          </a:p>
          <a:p xmlns:a="http://schemas.openxmlformats.org/drawingml/2006/main">
            <a:r>
              <a:t>Sources</a:t>
            </a:r>
          </a:p>
          <a:p xmlns:a="http://schemas.openxmlformats.org/drawingml/2006/main">
            <a:r>
              <a:t>https://github.com/Kshitij-Tripathi87/Project_Vanessa/blob/137849b/README.md</a:t>
            </a:r>
          </a:p>
          <a:p xmlns:a="http://schemas.openxmlformats.org/drawingml/2006/main">
            <a:r>
              <a:t>https://github.com/Kshitij-Tripathi87/Project_Vanessa/blob/137849b/apps/desktop/src/renderer/assets/vanessa-orb.png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product problem Vanessa targets, not a quantified market study. Engineering tasks often span several interfaces, and a conversational answer alone leaves the user to execute and verify the steps. Vanessa starts with Windows-based developers, students and small IT teams. The pilot must establish how much friction it removes in repeated real tasks.</a:t>
            </a:r>
          </a:p>
          <a:p xmlns:a="http://schemas.openxmlformats.org/drawingml/2006/main">
            <a:r>
              <a:t/>
            </a:r>
          </a:p>
          <a:p xmlns:a="http://schemas.openxmlformats.org/drawingml/2006/main">
            <a:r>
              <a:t>Sources</a:t>
            </a:r>
          </a:p>
          <a:p xmlns:a="http://schemas.openxmlformats.org/drawingml/2006/main">
            <a:r>
              <a:t>https://github.com/Kshitij-Tripathi87/Project_Vanessa/blob/137849b/docs/vanessa-revised-product-engineering-plan.md</a:t>
            </a:r>
          </a:p>
          <a:p xmlns:a="http://schemas.openxmlformats.org/drawingml/2006/main">
            <a:r>
              <a:t>https://github.com/Kshitij-Tripathi87/Project_Vanessa/blob/137849b/README.md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requests illustrate implemented execution paths, not universal task coverage. Folder operations search approved roots and can require clarification for ambiguous targets. CSV/text inspection is bounded to 256 KiB and does not provide general office-document parsing. The incident example applies only to the registered checkout fixture. Patch preparation and regression execution have separate approvals. Opening an application confirms launch acceptance, not that a user viewed a window.</a:t>
            </a:r>
          </a:p>
          <a:p xmlns:a="http://schemas.openxmlformats.org/drawingml/2006/main">
            <a:r>
              <a:t/>
            </a:r>
          </a:p>
          <a:p xmlns:a="http://schemas.openxmlformats.org/drawingml/2006/main">
            <a:r>
              <a:t>Sources</a:t>
            </a:r>
          </a:p>
          <a:p xmlns:a="http://schemas.openxmlformats.org/drawingml/2006/main">
            <a:r>
              <a:t>https://github.com/Kshitij-Tripathi87/Project_Vanessa/blob/137849b/services/orchestrator/src/agents/agentCatalog.ts</a:t>
            </a:r>
          </a:p>
          <a:p xmlns:a="http://schemas.openxmlformats.org/drawingml/2006/main">
            <a:r>
              <a:t>https://github.com/Kshitij-Tripathi87/Project_Vanessa/blob/137849b/services/orchestrator/src/core/agentRouting.ts</a:t>
            </a:r>
          </a:p>
          <a:p xmlns:a="http://schemas.openxmlformats.org/drawingml/2006/main">
            <a:r>
              <a:t>https://github.com/Kshitij-Tripathi87/Project_Vanessa/blob/137849b/services/orchestrator/src/core/repairWorkspace.ts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local orchestrator owns the task lifecycle. The voice service submits transcripts through the same command contract as typed input. Provider-specific clients generate a plan, and the backend normalizes and validates tasks. The DAG runner schedules ready tasks while respecting dependencies and resource constraints. Permission checks precede execution. Result handling and verification determine what the UI and voice response may report. Hardware-specific read-back and managed process evidence apply where implemented; verification coverage is not universal.</a:t>
            </a:r>
          </a:p>
          <a:p xmlns:a="http://schemas.openxmlformats.org/drawingml/2006/main">
            <a:r>
              <a:t/>
            </a:r>
          </a:p>
          <a:p xmlns:a="http://schemas.openxmlformats.org/drawingml/2006/main">
            <a:r>
              <a:t>Sources</a:t>
            </a:r>
          </a:p>
          <a:p xmlns:a="http://schemas.openxmlformats.org/drawingml/2006/main">
            <a:r>
              <a:t>https://github.com/Kshitij-Tripathi87/Project_Vanessa/blob/137849b/services/orchestrator/src/core/planner.ts</a:t>
            </a:r>
          </a:p>
          <a:p xmlns:a="http://schemas.openxmlformats.org/drawingml/2006/main">
            <a:r>
              <a:t>https://github.com/Kshitij-Tripathi87/Project_Vanessa/blob/137849b/services/orchestrator/src/core/modelPlan.ts</a:t>
            </a:r>
          </a:p>
          <a:p xmlns:a="http://schemas.openxmlformats.org/drawingml/2006/main">
            <a:r>
              <a:t>https://github.com/Kshitij-Tripathi87/Project_Vanessa/blob/137849b/services/orchestrator/src/core/taskRunner.ts</a:t>
            </a:r>
          </a:p>
          <a:p xmlns:a="http://schemas.openxmlformats.org/drawingml/2006/main">
            <a:r>
              <a:t>https://github.com/Kshitij-Tripathi87/Project_Vanessa/blob/137849b/services/voice-agent/src/session/voiceSession.ts</a:t>
            </a:r>
          </a:p>
          <a:p xmlns:a="http://schemas.openxmlformats.org/drawingml/2006/main">
            <a:r>
              <a:t>https://github.com/Kshitij-Tripathi87/Project_Vanessa/blob/137849b/services/orchestrator/src/core/privacy.ts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catalog is the capability boundary. Brightness and radio operations depend on compatible hardware and access. Browser launch actions return partial outcomes when destination load cannot be verified. Playwright automation uses a separate context and does not inherit the user’s logged-in browser profile. The repair contract is narrowly fixed to the incident-lab checkout target. General autonomous coding and arbitrary test commands are not enabled by the current policy.</a:t>
            </a:r>
          </a:p>
          <a:p xmlns:a="http://schemas.openxmlformats.org/drawingml/2006/main">
            <a:r>
              <a:t/>
            </a:r>
          </a:p>
          <a:p xmlns:a="http://schemas.openxmlformats.org/drawingml/2006/main">
            <a:r>
              <a:t>Sources</a:t>
            </a:r>
          </a:p>
          <a:p xmlns:a="http://schemas.openxmlformats.org/drawingml/2006/main">
            <a:r>
              <a:t>https://github.com/Kshitij-Tripathi87/Project_Vanessa/blob/137849b/services/orchestrator/src/agents/agentCatalog.ts</a:t>
            </a:r>
          </a:p>
          <a:p xmlns:a="http://schemas.openxmlformats.org/drawingml/2006/main">
            <a:r>
              <a:t>https://github.com/Kshitij-Tripathi87/Project_Vanessa/blob/137849b/services/orchestrator/src/agents/browser-playwright.agent.ts</a:t>
            </a:r>
          </a:p>
          <a:p xmlns:a="http://schemas.openxmlformats.org/drawingml/2006/main">
            <a:r>
              <a:t>https://github.com/Kshitij-Tripathi87/Project_Vanessa/blob/137849b/services/orchestrator/src/agents/browser.agent.ts</a:t>
            </a:r>
          </a:p>
          <a:p xmlns:a="http://schemas.openxmlformats.org/drawingml/2006/main">
            <a:r>
              <a:t>https://github.com/Kshitij-Tripathi87/Project_Vanessa/blob/137849b/services/orchestrator/src/core/processSupervisor.ts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Vanessa is designed to reduce the gap between model output and observed execution. Catalog validation, privacy roots and approvals remain backend decisions. Managed repair and test operations bind execution to known workspaces and patch digests and collect termination/output evidence. The ordinary browser launch handler deliberately returns partial rather than verified success. This is an engineering design and implemented policy path, not a claim that every legacy handler has complete independent verification.</a:t>
            </a:r>
          </a:p>
          <a:p xmlns:a="http://schemas.openxmlformats.org/drawingml/2006/main">
            <a:r>
              <a:t/>
            </a:r>
          </a:p>
          <a:p xmlns:a="http://schemas.openxmlformats.org/drawingml/2006/main">
            <a:r>
              <a:t>Sources</a:t>
            </a:r>
          </a:p>
          <a:p xmlns:a="http://schemas.openxmlformats.org/drawingml/2006/main">
            <a:r>
              <a:t>https://github.com/Kshitij-Tripathi87/Project_Vanessa/blob/137849b/services/orchestrator/src/core/permissionGuard.ts</a:t>
            </a:r>
          </a:p>
          <a:p xmlns:a="http://schemas.openxmlformats.org/drawingml/2006/main">
            <a:r>
              <a:t>https://github.com/Kshitij-Tripathi87/Project_Vanessa/blob/137849b/services/orchestrator/src/core/processSupervisor.ts</a:t>
            </a:r>
          </a:p>
          <a:p xmlns:a="http://schemas.openxmlformats.org/drawingml/2006/main">
            <a:r>
              <a:t>https://github.com/Kshitij-Tripathi87/Project_Vanessa/blob/137849b/services/orchestrator/src/core/taskRunner.ts</a:t>
            </a:r>
          </a:p>
          <a:p xmlns:a="http://schemas.openxmlformats.org/drawingml/2006/main">
            <a:r>
              <a:t>https://github.com/Kshitij-Tripathi87/Project_Vanessa/blob/137849b/services/orchestrator/src/agents/browser.agent.ts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repository’s setup profile selects local Ollama and Faster-Whisper with browser speech fallback. The router supports independently selected planning and conversation providers. Hosted speech adapters include Sarvam, Fish and ElevenLabs. Local wake-word monitoring is distinct from explicit push-to-talk cloud capture. Local execution does not guarantee strong performance on every device, and the initial model/runtime downloads need Internet access. Cloud-provider keys are never bundled in the renderer or installer.</a:t>
            </a:r>
          </a:p>
          <a:p xmlns:a="http://schemas.openxmlformats.org/drawingml/2006/main">
            <a:r>
              <a:t/>
            </a:r>
          </a:p>
          <a:p xmlns:a="http://schemas.openxmlformats.org/drawingml/2006/main">
            <a:r>
              <a:t>Sources</a:t>
            </a:r>
          </a:p>
          <a:p xmlns:a="http://schemas.openxmlformats.org/drawingml/2006/main">
            <a:r>
              <a:t>https://github.com/Kshitij-Tripathi87/Project_Vanessa/blob/137849b/README.md</a:t>
            </a:r>
          </a:p>
          <a:p xmlns:a="http://schemas.openxmlformats.org/drawingml/2006/main">
            <a:r>
              <a:t>https://github.com/Kshitij-Tripathi87/Project_Vanessa/blob/137849b/services/orchestrator/src/core/router.ts</a:t>
            </a:r>
          </a:p>
          <a:p xmlns:a="http://schemas.openxmlformats.org/drawingml/2006/main">
            <a:r>
              <a:t>https://github.com/Kshitij-Tripathi87/Project_Vanessa/blob/137849b/services/voice-agent/src/session/voiceSession.ts</a:t>
            </a:r>
          </a:p>
          <a:p xmlns:a="http://schemas.openxmlformats.org/drawingml/2006/main">
            <a:r>
              <a:t>https://github.com/Kshitij-Tripathi87/Project_Vanessa/blob/137849b/docs/architecture/zero-key-install-and-voice-reliability.md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differentiation is the combination of a voice interaction layer, bounded local execution, approval gates, evidence-aware outcomes and provider choice. These are product design choices, not a claim of unique intellectual property or a benchmark against every competing assistant. The durable advantage must come from reliable workflow coverage, user feedback and operation-specific verification.</a:t>
            </a:r>
          </a:p>
          <a:p xmlns:a="http://schemas.openxmlformats.org/drawingml/2006/main">
            <a:r>
              <a:t/>
            </a:r>
          </a:p>
          <a:p xmlns:a="http://schemas.openxmlformats.org/drawingml/2006/main">
            <a:r>
              <a:t>Sources</a:t>
            </a:r>
          </a:p>
          <a:p xmlns:a="http://schemas.openxmlformats.org/drawingml/2006/main">
            <a:r>
              <a:t>https://github.com/Kshitij-Tripathi87/Project_Vanessa/blob/137849b/services/orchestrator/src/core/router.ts</a:t>
            </a:r>
          </a:p>
          <a:p xmlns:a="http://schemas.openxmlformats.org/drawingml/2006/main">
            <a:r>
              <a:t>https://github.com/Kshitij-Tripathi87/Project_Vanessa/blob/137849b/services/orchestrator/src/core/modelPlan.ts</a:t>
            </a:r>
          </a:p>
          <a:p xmlns:a="http://schemas.openxmlformats.org/drawingml/2006/main">
            <a:r>
              <a:t>https://github.com/Kshitij-Tripathi87/Project_Vanessa/blob/137849b/services/orchestrator/src/core/permissionGuard.ts</a:t>
            </a:r>
          </a:p>
          <a:p xmlns:a="http://schemas.openxmlformats.org/drawingml/2006/main">
            <a:r>
              <a:t>https://github.com/Kshitij-Tripathi87/Project_Vanessa/blob/137849b/services/orchestrator/src/core/taskRunner.ts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Current-session evidence: pnpm install --frozen-lockfile restored the declared Playwright dependencies. node scripts/launch-vanessa.cjs --build-only completed all shared/orchestrator/voice/desktop builds with exit 0. BrowserAgent.unit plus planner.browser produced 10 passed and 0 failed with simulation disabled and external launches substituted. A separate actual headless browser check loaded an in-memory page and successfully inspected its title, text and link. These checks do not establish real microphone capture, audible TTS, production security, field reliability, paid-provider uptime or commercial traction. No universal latency claim is made.</a:t>
            </a:r>
          </a:p>
          <a:p xmlns:a="http://schemas.openxmlformats.org/drawingml/2006/main">
            <a:r>
              <a:t>Supporting source paths: scripts/launch-vanessa.cjs; services/orchestrator/src/tests/browserAgent.unit.test.ts; services/orchestrator/src/tests/planner.browser.test.ts.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Vanessa currently has a prototype and repository distribution path. The slide proposes an adoption and monetization hypothesis rather than reporting customers or revenue. The initial wedge is repeated engineering/IT work on Windows. A pilot should establish genuine repeat usage and measured completion quality before expanding. Team subscriptions would require capabilities such as administration and maintained operation packs that are roadmap items, not current enterprise features.</a:t>
            </a:r>
          </a:p>
          <a:p xmlns:a="http://schemas.openxmlformats.org/drawingml/2006/main">
            <a:r>
              <a:t/>
            </a:r>
          </a:p>
          <a:p xmlns:a="http://schemas.openxmlformats.org/drawingml/2006/main">
            <a:r>
              <a:t>Sources</a:t>
            </a:r>
          </a:p>
          <a:p xmlns:a="http://schemas.openxmlformats.org/drawingml/2006/main">
            <a:r>
              <a:t>https://github.com/Kshitij-Tripathi87/Project_Vanessa/blob/137849b/README.md</a:t>
            </a:r>
          </a:p>
          <a:p xmlns:a="http://schemas.openxmlformats.org/drawingml/2006/main">
            <a:r>
              <a:t>https://github.com/Kshitij-Tripathi87/Project_Vanessa/blob/137849b/docs/vanessa-revised-product-engineering-plan.md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immediate ask is access to pilot users and feedback on repeated engineering/IT workflows. The next milestones are live device acceptance, measurable end-to-end task quality, robust recovery and broader reviewed operation coverage. Signing, installer completeness and enterprise administration require additional work. Repository: https://github.com/Kshitij-Tripathi87/Project_Vanessa</a:t>
            </a:r>
          </a:p>
          <a:p xmlns:a="http://schemas.openxmlformats.org/drawingml/2006/main">
            <a:r>
              <a:t>Buildathon: https://www.bolna.ai/symphony/buildathon</a:t>
            </a:r>
          </a:p>
          <a:p xmlns:a="http://schemas.openxmlformats.org/drawingml/2006/main">
            <a:r>
              <a:t>The inspected implementation uses local and optional Sarvam/NVIDIA/Fish/ElevenLabs providers. No Bolna SDK integration, affiliation, selected-team status or endorsement is claimed.</a:t>
            </a:r>
          </a:p>
          <a:p xmlns:a="http://schemas.openxmlformats.org/drawingml/2006/main">
            <a:r>
              <a:t/>
            </a:r>
          </a:p>
          <a:p xmlns:a="http://schemas.openxmlformats.org/drawingml/2006/main">
            <a:r>
              <a:t>Sources</a:t>
            </a:r>
          </a:p>
          <a:p xmlns:a="http://schemas.openxmlformats.org/drawingml/2006/main">
            <a:r>
              <a:t>https://github.com/Kshitij-Tripathi87/Project_Vanessa/blob/137849b/docs/WINDOWS-DISTRIBUTION.md</a:t>
            </a:r>
          </a:p>
          <a:p xmlns:a="http://schemas.openxmlformats.org/drawingml/2006/main">
            <a:r>
              <a:t>https://github.com/Kshitij-Tripathi87/Project_Vanessa/blob/137849b/docs/vanessa-revised-product-engineering-plan.md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ae3bd81ccb4e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f0053cb9b2840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4df64c8f0644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959be535844c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d56c9bf5c94a5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0dab0fa3a240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02B590-8FEC-4F26-A734-611AF031AF6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35E1E5-9E20-4CE8-B2B4-EAA58E11065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D0167DB-4FDC-4F55-ACD3-B213568CFF0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E849E8-994F-4519-96A5-C3C4F329C4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25B804-516B-423A-A87B-662CF1E7E8F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02C275C-9C7D-4AD5-A96C-FBBD512E30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6B75D0-9044-4B4B-94BD-2FC68CC916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2DC3DA-B433-4A27-B6B8-1D00994DB67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93A7AF-8976-45E6-B44A-11D1156592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99FE5E-1F69-4517-B999-0E73428D373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c4829f97244abc" /><Relationship Type="http://schemas.openxmlformats.org/officeDocument/2006/relationships/slideLayout" Target="/ppt/slideLayouts/slideLayout1.xml" Id="R8b947f976a874792" /><Relationship Type="http://schemas.openxmlformats.org/officeDocument/2006/relationships/slideLayout" Target="/ppt/slideLayouts/slideLayout2.xml" Id="R13313d3889d1480f" /><Relationship Type="http://schemas.openxmlformats.org/officeDocument/2006/relationships/slideLayout" Target="/ppt/slideLayouts/slideLayout3.xml" Id="R59f273357fd344e9" /><Relationship Type="http://schemas.openxmlformats.org/officeDocument/2006/relationships/slideLayout" Target="/ppt/slideLayouts/slideLayout4.xml" Id="Re2f86b4203c84bbd" /><Relationship Type="http://schemas.openxmlformats.org/officeDocument/2006/relationships/slideLayout" Target="/ppt/slideLayouts/slideLayout5.xml" Id="R3d8d425d97054cee" /><Relationship Type="http://schemas.openxmlformats.org/officeDocument/2006/relationships/slideLayout" Target="/ppt/slideLayouts/slideLayout6.xml" Id="R2f3619c35aa542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947f976a874792"/>
    <p:sldLayoutId xmlns:r="http://schemas.openxmlformats.org/officeDocument/2006/relationships" id="2147483650" r:id="R13313d3889d1480f"/>
    <p:sldLayoutId xmlns:r="http://schemas.openxmlformats.org/officeDocument/2006/relationships" id="2147483651" r:id="R59f273357fd344e9"/>
    <p:sldLayoutId xmlns:r="http://schemas.openxmlformats.org/officeDocument/2006/relationships" id="2147483652" r:id="Re2f86b4203c84bbd"/>
    <p:sldLayoutId xmlns:r="http://schemas.openxmlformats.org/officeDocument/2006/relationships" id="2147483653" r:id="R3d8d425d97054cee"/>
    <p:sldLayoutId xmlns:r="http://schemas.openxmlformats.org/officeDocument/2006/relationships" id="2147483654" r:id="R2f3619c35aa542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735542ab9104a62" /><Relationship Type="http://schemas.openxmlformats.org/officeDocument/2006/relationships/image" Target="/ppt/media/image.png" Id="R73a81b10e44349c2" /><Relationship Type="http://schemas.openxmlformats.org/officeDocument/2006/relationships/notesSlide" Target="/ppt/notesSlides/notesSlide1.xml" Id="R99015ef0b35e4f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2f72886e734ed7" /><Relationship Type="http://schemas.openxmlformats.org/officeDocument/2006/relationships/notesSlide" Target="/ppt/notesSlides/notesSlide2.xml" Id="R37116be3187a42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70d27039b65484c" /><Relationship Type="http://schemas.openxmlformats.org/officeDocument/2006/relationships/notesSlide" Target="/ppt/notesSlides/notesSlide3.xml" Id="R94f41c4ec63d4c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e8a4c7ffec4239" /><Relationship Type="http://schemas.openxmlformats.org/officeDocument/2006/relationships/notesSlide" Target="/ppt/notesSlides/notesSlide4.xml" Id="R3840fd48a6d641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cab1058d7204a33" /><Relationship Type="http://schemas.openxmlformats.org/officeDocument/2006/relationships/notesSlide" Target="/ppt/notesSlides/notesSlide5.xml" Id="R08efcd8142d64f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12c43a4e3e94c36" /><Relationship Type="http://schemas.openxmlformats.org/officeDocument/2006/relationships/notesSlide" Target="/ppt/notesSlides/notesSlide6.xml" Id="Re2bf94082ae94c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e3a8fba5d8d4a45" /><Relationship Type="http://schemas.openxmlformats.org/officeDocument/2006/relationships/notesSlide" Target="/ppt/notesSlides/notesSlide7.xml" Id="R5c9e661e643148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c751179761c461a" /><Relationship Type="http://schemas.openxmlformats.org/officeDocument/2006/relationships/notesSlide" Target="/ppt/notesSlides/notesSlide8.xml" Id="R20219556c79a4f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20e3cc6af1347fd" /><Relationship Type="http://schemas.openxmlformats.org/officeDocument/2006/relationships/notesSlide" Target="/ppt/notesSlides/notesSlide9.xml" Id="R24c07a1b758c4b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4e645886fd24ccd" /><Relationship Type="http://schemas.openxmlformats.org/officeDocument/2006/relationships/notesSlide" Target="/ppt/notesSlides/notesSlide10.xml" Id="R8e374480a23a4e5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0a9dab564934548" /><Relationship Type="http://schemas.openxmlformats.org/officeDocument/2006/relationships/notesSlide" Target="/ppt/notesSlides/notesSlide11.xml" Id="Rd1d2b9231ec14b4b"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Bolna Symphony Buildathon">
            <a:extLst xmlns:a="http://schemas.openxmlformats.org/drawingml/2006/main">
              <a:ext uri="{FF2B5EF4-FFF2-40B4-BE49-F238E27FC236}">
                <a16:creationId xmlns:a16="http://schemas.microsoft.com/office/drawing/2014/main" id="{A5D12216-E28D-4146-976A-17AFF9D41B9B}"/>
              </a:ext>
            </a:extLst>
          </p:cNvPr>
          <p:cNvSpPr>
            <a:spLocks xmlns:a="http://schemas.openxmlformats.org/drawingml/2006/main" noGrp="1"/>
          </p:cNvSpPr>
          <p:nvPr/>
        </p:nvSpPr>
        <p:spPr>
          <a:xfrm xmlns:a="http://schemas.openxmlformats.org/drawingml/2006/main">
            <a:off x="685800" y="59055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68DFE2"/>
                </a:solidFill>
              </a:defRPr>
            </a:defPPr>
            <a:lvl1pPr>
              <a:defRPr sz="1650" b="1">
                <a:solidFill>
                  <a:srgbClr val="68DFE2"/>
                </a:solidFill>
              </a:defRPr>
            </a:lvl1pPr>
            <a:lvl2pPr>
              <a:defRPr sz="1650" b="1">
                <a:solidFill>
                  <a:srgbClr val="68DFE2"/>
                </a:solidFill>
              </a:defRPr>
            </a:lvl2pPr>
            <a:lvl3pPr>
              <a:defRPr sz="1650" b="1">
                <a:solidFill>
                  <a:srgbClr val="68DFE2"/>
                </a:solidFill>
              </a:defRPr>
            </a:lvl3pPr>
            <a:lvl4pPr>
              <a:defRPr sz="1650" b="1">
                <a:solidFill>
                  <a:srgbClr val="68DFE2"/>
                </a:solidFill>
              </a:defRPr>
            </a:lvl4pPr>
            <a:lvl5pPr>
              <a:defRPr sz="1650" b="1">
                <a:solidFill>
                  <a:srgbClr val="68DFE2"/>
                </a:solidFill>
              </a:defRPr>
            </a:lvl5pPr>
            <a:lvl6pPr>
              <a:defRPr sz="1650" b="1">
                <a:solidFill>
                  <a:srgbClr val="68DFE2"/>
                </a:solidFill>
              </a:defRPr>
            </a:lvl6pPr>
            <a:lvl7pPr>
              <a:defRPr sz="1650" b="1">
                <a:solidFill>
                  <a:srgbClr val="68DFE2"/>
                </a:solidFill>
              </a:defRPr>
            </a:lvl7pPr>
            <a:lvl8pPr>
              <a:defRPr sz="1650" b="1">
                <a:solidFill>
                  <a:srgbClr val="68DFE2"/>
                </a:solidFill>
              </a:defRPr>
            </a:lvl8pPr>
            <a:lvl9pPr>
              <a:defRPr sz="1650" b="1">
                <a:solidFill>
                  <a:srgbClr val="68DFE2"/>
                </a:solidFill>
              </a:defRPr>
            </a:lvl9pPr>
          </a:lstStyle>
          <a:p xmlns:a="http://schemas.openxmlformats.org/drawingml/2006/main">
            <a:pPr>
              <a:defRPr sz="1650" b="1">
                <a:solidFill>
                  <a:srgbClr val="68DFE2"/>
                </a:solidFill>
              </a:defRPr>
            </a:pPr>
            <a:r>
              <a:rPr sz="1650" b="1">
                <a:solidFill>
                  <a:srgbClr val="68DFE2"/>
                </a:solidFill>
              </a:rPr>
              <a:t>Bolna Symphony Buildathon</a:t>
            </a:r>
          </a:p>
        </p:txBody>
      </p:sp>
      <p:sp>
        <p:nvSpPr>
          <p:cNvPr id="3" name="Vanessa">
            <a:extLst xmlns:a="http://schemas.openxmlformats.org/drawingml/2006/main">
              <a:ext uri="{FF2B5EF4-FFF2-40B4-BE49-F238E27FC236}">
                <a16:creationId xmlns:a16="http://schemas.microsoft.com/office/drawing/2014/main" id="{0BDD19DF-8718-4246-97D7-4E229A6CE8E0}"/>
              </a:ext>
            </a:extLst>
          </p:cNvPr>
          <p:cNvSpPr>
            <a:spLocks xmlns:a="http://schemas.openxmlformats.org/drawingml/2006/main" noGrp="1"/>
          </p:cNvSpPr>
          <p:nvPr/>
        </p:nvSpPr>
        <p:spPr>
          <a:xfrm xmlns:a="http://schemas.openxmlformats.org/drawingml/2006/main">
            <a:off x="685800" y="1733550"/>
            <a:ext cx="6191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F6F8F5"/>
                </a:solidFill>
              </a:defRPr>
            </a:defPPr>
            <a:lvl1pPr>
              <a:defRPr sz="6600" b="1">
                <a:solidFill>
                  <a:srgbClr val="F6F8F5"/>
                </a:solidFill>
              </a:defRPr>
            </a:lvl1pPr>
            <a:lvl2pPr>
              <a:defRPr sz="6600" b="1">
                <a:solidFill>
                  <a:srgbClr val="F6F8F5"/>
                </a:solidFill>
              </a:defRPr>
            </a:lvl2pPr>
            <a:lvl3pPr>
              <a:defRPr sz="6600" b="1">
                <a:solidFill>
                  <a:srgbClr val="F6F8F5"/>
                </a:solidFill>
              </a:defRPr>
            </a:lvl3pPr>
            <a:lvl4pPr>
              <a:defRPr sz="6600" b="1">
                <a:solidFill>
                  <a:srgbClr val="F6F8F5"/>
                </a:solidFill>
              </a:defRPr>
            </a:lvl4pPr>
            <a:lvl5pPr>
              <a:defRPr sz="6600" b="1">
                <a:solidFill>
                  <a:srgbClr val="F6F8F5"/>
                </a:solidFill>
              </a:defRPr>
            </a:lvl5pPr>
            <a:lvl6pPr>
              <a:defRPr sz="6600" b="1">
                <a:solidFill>
                  <a:srgbClr val="F6F8F5"/>
                </a:solidFill>
              </a:defRPr>
            </a:lvl6pPr>
            <a:lvl7pPr>
              <a:defRPr sz="6600" b="1">
                <a:solidFill>
                  <a:srgbClr val="F6F8F5"/>
                </a:solidFill>
              </a:defRPr>
            </a:lvl7pPr>
            <a:lvl8pPr>
              <a:defRPr sz="6600" b="1">
                <a:solidFill>
                  <a:srgbClr val="F6F8F5"/>
                </a:solidFill>
              </a:defRPr>
            </a:lvl8pPr>
            <a:lvl9pPr>
              <a:defRPr sz="6600" b="1">
                <a:solidFill>
                  <a:srgbClr val="F6F8F5"/>
                </a:solidFill>
              </a:defRPr>
            </a:lvl9pPr>
          </a:lstStyle>
          <a:p xmlns:a="http://schemas.openxmlformats.org/drawingml/2006/main">
            <a:pPr>
              <a:defRPr sz="6600" b="1">
                <a:solidFill>
                  <a:srgbClr val="F6F8F5"/>
                </a:solidFill>
              </a:defRPr>
            </a:pPr>
            <a:r>
              <a:rPr sz="6600" b="1">
                <a:solidFill>
                  <a:srgbClr val="F6F8F5"/>
                </a:solidFill>
              </a:rPr>
              <a:t>Vanessa</a:t>
            </a:r>
          </a:p>
        </p:txBody>
      </p:sp>
      <p:sp>
        <p:nvSpPr>
          <p:cNvPr id="4" name="Voice-first engineering&#10;and IT assistance">
            <a:extLst xmlns:a="http://schemas.openxmlformats.org/drawingml/2006/main">
              <a:ext uri="{FF2B5EF4-FFF2-40B4-BE49-F238E27FC236}">
                <a16:creationId xmlns:a16="http://schemas.microsoft.com/office/drawing/2014/main" id="{9AD3319C-0E53-4491-A127-C5C5A2A3F3FA}"/>
              </a:ext>
            </a:extLst>
          </p:cNvPr>
          <p:cNvSpPr>
            <a:spLocks xmlns:a="http://schemas.openxmlformats.org/drawingml/2006/main" noGrp="1"/>
          </p:cNvSpPr>
          <p:nvPr/>
        </p:nvSpPr>
        <p:spPr>
          <a:xfrm xmlns:a="http://schemas.openxmlformats.org/drawingml/2006/main">
            <a:off x="723900" y="2952750"/>
            <a:ext cx="619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F6F8F5"/>
                </a:solidFill>
              </a:defRPr>
            </a:defPPr>
            <a:lvl1pPr>
              <a:defRPr sz="3150" b="0">
                <a:solidFill>
                  <a:srgbClr val="F6F8F5"/>
                </a:solidFill>
              </a:defRPr>
            </a:lvl1pPr>
            <a:lvl2pPr>
              <a:defRPr sz="3150" b="0">
                <a:solidFill>
                  <a:srgbClr val="F6F8F5"/>
                </a:solidFill>
              </a:defRPr>
            </a:lvl2pPr>
            <a:lvl3pPr>
              <a:defRPr sz="3150" b="0">
                <a:solidFill>
                  <a:srgbClr val="F6F8F5"/>
                </a:solidFill>
              </a:defRPr>
            </a:lvl3pPr>
            <a:lvl4pPr>
              <a:defRPr sz="3150" b="0">
                <a:solidFill>
                  <a:srgbClr val="F6F8F5"/>
                </a:solidFill>
              </a:defRPr>
            </a:lvl4pPr>
            <a:lvl5pPr>
              <a:defRPr sz="3150" b="0">
                <a:solidFill>
                  <a:srgbClr val="F6F8F5"/>
                </a:solidFill>
              </a:defRPr>
            </a:lvl5pPr>
            <a:lvl6pPr>
              <a:defRPr sz="3150" b="0">
                <a:solidFill>
                  <a:srgbClr val="F6F8F5"/>
                </a:solidFill>
              </a:defRPr>
            </a:lvl6pPr>
            <a:lvl7pPr>
              <a:defRPr sz="3150" b="0">
                <a:solidFill>
                  <a:srgbClr val="F6F8F5"/>
                </a:solidFill>
              </a:defRPr>
            </a:lvl7pPr>
            <a:lvl8pPr>
              <a:defRPr sz="3150" b="0">
                <a:solidFill>
                  <a:srgbClr val="F6F8F5"/>
                </a:solidFill>
              </a:defRPr>
            </a:lvl8pPr>
            <a:lvl9pPr>
              <a:defRPr sz="3150" b="0">
                <a:solidFill>
                  <a:srgbClr val="F6F8F5"/>
                </a:solidFill>
              </a:defRPr>
            </a:lvl9pPr>
          </a:lstStyle>
          <a:p xmlns:a="http://schemas.openxmlformats.org/drawingml/2006/main">
            <a:pPr>
              <a:defRPr sz="3150" b="0">
                <a:solidFill>
                  <a:srgbClr val="F6F8F5"/>
                </a:solidFill>
              </a:defRPr>
            </a:pPr>
            <a:r>
              <a:rPr sz="3150" b="0">
                <a:solidFill>
                  <a:srgbClr val="F6F8F5"/>
                </a:solidFill>
              </a:rPr>
              <a:t>Voice Intelligence for</a:t>
            </a:r>
          </a:p>
          <a:p xmlns:a="http://schemas.openxmlformats.org/drawingml/2006/main">
            <a:pPr>
              <a:defRPr sz="3150" b="0">
                <a:solidFill>
                  <a:srgbClr val="F6F8F5"/>
                </a:solidFill>
              </a:defRPr>
            </a:pPr>
            <a:r>
              <a:rPr sz="3150" b="0">
                <a:solidFill>
                  <a:srgbClr val="F6F8F5"/>
                </a:solidFill>
              </a:rPr>
              <a:t>Your Operating System</a:t>
            </a:r>
          </a:p>
        </p:txBody>
      </p:sp>
      <p:sp>
        <p:nvSpPr>
          <p:cNvPr id="5" name="A Windows desktop prototype that turns spoken">
            <a:extLst xmlns:a="http://schemas.openxmlformats.org/drawingml/2006/main">
              <a:ext uri="{FF2B5EF4-FFF2-40B4-BE49-F238E27FC236}">
                <a16:creationId xmlns:a16="http://schemas.microsoft.com/office/drawing/2014/main" id="{DE25897A-2015-49E1-9503-74BD65BD8CEF}"/>
              </a:ext>
            </a:extLst>
          </p:cNvPr>
          <p:cNvSpPr>
            <a:spLocks xmlns:a="http://schemas.openxmlformats.org/drawingml/2006/main" noGrp="1"/>
          </p:cNvSpPr>
          <p:nvPr/>
        </p:nvSpPr>
        <p:spPr>
          <a:xfrm xmlns:a="http://schemas.openxmlformats.org/drawingml/2006/main">
            <a:off x="723900" y="4629150"/>
            <a:ext cx="638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AFC3C7"/>
                </a:solidFill>
              </a:defRPr>
            </a:defPPr>
            <a:lvl1pPr>
              <a:defRPr sz="1950" b="0">
                <a:solidFill>
                  <a:srgbClr val="AFC3C7"/>
                </a:solidFill>
              </a:defRPr>
            </a:lvl1pPr>
            <a:lvl2pPr>
              <a:defRPr sz="1950" b="0">
                <a:solidFill>
                  <a:srgbClr val="AFC3C7"/>
                </a:solidFill>
              </a:defRPr>
            </a:lvl2pPr>
            <a:lvl3pPr>
              <a:defRPr sz="1950" b="0">
                <a:solidFill>
                  <a:srgbClr val="AFC3C7"/>
                </a:solidFill>
              </a:defRPr>
            </a:lvl3pPr>
            <a:lvl4pPr>
              <a:defRPr sz="1950" b="0">
                <a:solidFill>
                  <a:srgbClr val="AFC3C7"/>
                </a:solidFill>
              </a:defRPr>
            </a:lvl4pPr>
            <a:lvl5pPr>
              <a:defRPr sz="1950" b="0">
                <a:solidFill>
                  <a:srgbClr val="AFC3C7"/>
                </a:solidFill>
              </a:defRPr>
            </a:lvl5pPr>
            <a:lvl6pPr>
              <a:defRPr sz="1950" b="0">
                <a:solidFill>
                  <a:srgbClr val="AFC3C7"/>
                </a:solidFill>
              </a:defRPr>
            </a:lvl6pPr>
            <a:lvl7pPr>
              <a:defRPr sz="1950" b="0">
                <a:solidFill>
                  <a:srgbClr val="AFC3C7"/>
                </a:solidFill>
              </a:defRPr>
            </a:lvl7pPr>
            <a:lvl8pPr>
              <a:defRPr sz="1950" b="0">
                <a:solidFill>
                  <a:srgbClr val="AFC3C7"/>
                </a:solidFill>
              </a:defRPr>
            </a:lvl8pPr>
            <a:lvl9pPr>
              <a:defRPr sz="1950" b="0">
                <a:solidFill>
                  <a:srgbClr val="AFC3C7"/>
                </a:solidFill>
              </a:defRPr>
            </a:lvl9pPr>
          </a:lstStyle>
          <a:p xmlns:a="http://schemas.openxmlformats.org/drawingml/2006/main">
            <a:pPr>
              <a:defRPr sz="1950" b="0">
                <a:solidFill>
                  <a:srgbClr val="AFC3C7"/>
                </a:solidFill>
              </a:defRPr>
            </a:pPr>
            <a:r>
              <a:rPr sz="1950" b="0">
                <a:solidFill>
                  <a:srgbClr val="AFC3C7"/>
                </a:solidFill>
              </a:rPr>
              <a:t>A Windows desktop prototype that turns spoken requests</a:t>
            </a:r>
          </a:p>
          <a:p xmlns:a="http://schemas.openxmlformats.org/drawingml/2006/main">
            <a:pPr>
              <a:defRPr sz="1950" b="0">
                <a:solidFill>
                  <a:srgbClr val="AFC3C7"/>
                </a:solidFill>
              </a:defRPr>
            </a:pPr>
            <a:r>
              <a:rPr sz="1950" b="0">
                <a:solidFill>
                  <a:srgbClr val="AFC3C7"/>
                </a:solidFill>
              </a:rPr>
              <a:t>into bounded actions with approval and evidence.</a:t>
            </a:r>
          </a:p>
        </p:txBody>
      </p:sp>
      <p:sp>
        <p:nvSpPr>
          <p:cNvPr id="6" name="Submission pitch&#10;31 October 2026">
            <a:extLst xmlns:a="http://schemas.openxmlformats.org/drawingml/2006/main">
              <a:ext uri="{FF2B5EF4-FFF2-40B4-BE49-F238E27FC236}">
                <a16:creationId xmlns:a16="http://schemas.microsoft.com/office/drawing/2014/main" id="{E796B3C3-C72E-497F-8D6E-16F97F645F62}"/>
              </a:ext>
            </a:extLst>
          </p:cNvPr>
          <p:cNvSpPr>
            <a:spLocks xmlns:a="http://schemas.openxmlformats.org/drawingml/2006/main" noGrp="1"/>
          </p:cNvSpPr>
          <p:nvPr/>
        </p:nvSpPr>
        <p:spPr>
          <a:xfrm xmlns:a="http://schemas.openxmlformats.org/drawingml/2006/main">
            <a:off x="723900" y="604837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AFC3C7"/>
                </a:solidFill>
              </a:defRPr>
            </a:defPPr>
            <a:lvl1pPr>
              <a:defRPr sz="1425" b="0">
                <a:solidFill>
                  <a:srgbClr val="AFC3C7"/>
                </a:solidFill>
              </a:defRPr>
            </a:lvl1pPr>
            <a:lvl2pPr>
              <a:defRPr sz="1425" b="0">
                <a:solidFill>
                  <a:srgbClr val="AFC3C7"/>
                </a:solidFill>
              </a:defRPr>
            </a:lvl2pPr>
            <a:lvl3pPr>
              <a:defRPr sz="1425" b="0">
                <a:solidFill>
                  <a:srgbClr val="AFC3C7"/>
                </a:solidFill>
              </a:defRPr>
            </a:lvl3pPr>
            <a:lvl4pPr>
              <a:defRPr sz="1425" b="0">
                <a:solidFill>
                  <a:srgbClr val="AFC3C7"/>
                </a:solidFill>
              </a:defRPr>
            </a:lvl4pPr>
            <a:lvl5pPr>
              <a:defRPr sz="1425" b="0">
                <a:solidFill>
                  <a:srgbClr val="AFC3C7"/>
                </a:solidFill>
              </a:defRPr>
            </a:lvl5pPr>
            <a:lvl6pPr>
              <a:defRPr sz="1425" b="0">
                <a:solidFill>
                  <a:srgbClr val="AFC3C7"/>
                </a:solidFill>
              </a:defRPr>
            </a:lvl6pPr>
            <a:lvl7pPr>
              <a:defRPr sz="1425" b="0">
                <a:solidFill>
                  <a:srgbClr val="AFC3C7"/>
                </a:solidFill>
              </a:defRPr>
            </a:lvl7pPr>
            <a:lvl8pPr>
              <a:defRPr sz="1425" b="0">
                <a:solidFill>
                  <a:srgbClr val="AFC3C7"/>
                </a:solidFill>
              </a:defRPr>
            </a:lvl8pPr>
            <a:lvl9pPr>
              <a:defRPr sz="1425" b="0">
                <a:solidFill>
                  <a:srgbClr val="AFC3C7"/>
                </a:solidFill>
              </a:defRPr>
            </a:lvl9pPr>
          </a:lstStyle>
          <a:p xmlns:a="http://schemas.openxmlformats.org/drawingml/2006/main">
            <a:pPr>
              <a:defRPr sz="1425" b="0">
                <a:solidFill>
                  <a:srgbClr val="AFC3C7"/>
                </a:solidFill>
              </a:defRPr>
            </a:pPr>
            <a:r>
              <a:rPr sz="1425" b="0">
                <a:solidFill>
                  <a:srgbClr val="AFC3C7"/>
                </a:solidFill>
              </a:rPr>
              <a:t>Submission pitch</a:t>
            </a:r>
          </a:p>
          <a:p xmlns:a="http://schemas.openxmlformats.org/drawingml/2006/main">
            <a:pPr>
              <a:defRPr sz="1425" b="0">
                <a:solidFill>
                  <a:srgbClr val="AFC3C7"/>
                </a:solidFill>
              </a:defRPr>
            </a:pPr>
            <a:r>
              <a:rPr sz="1425" b="0">
                <a:solidFill>
                  <a:srgbClr val="AFC3C7"/>
                </a:solidFill>
              </a:rPr>
              <a:t>31 October 2026</a:t>
            </a:r>
          </a:p>
        </p:txBody>
      </p:sp>
      <p:pic>
        <p:nvPicPr>
          <p:cNvPr id="7" name="">
            <a:extLst xmlns:a="http://schemas.openxmlformats.org/drawingml/2006/main">
              <a:ext uri="{FF2B5EF4-FFF2-40B4-BE49-F238E27FC236}">
                <a16:creationId xmlns:a16="http://schemas.microsoft.com/office/drawing/2014/main" id="{60B56699-EF96-41EE-903F-997E34E0004C}"/>
              </a:ext>
            </a:extLst>
          </p:cNvPr>
          <p:cNvPicPr>
            <a:picLocks xmlns:a="http://schemas.openxmlformats.org/drawingml/2006/main" noChangeAspect="1"/>
          </p:cNvPicPr>
          <p:nvPr/>
        </p:nvPicPr>
        <p:blipFill>
          <a:blip xmlns:r="http://schemas.openxmlformats.org/officeDocument/2006/relationships" xmlns:a="http://schemas.openxmlformats.org/drawingml/2006/main" r:embed="R73a81b10e44349c2"/>
          <a:stretch xmlns:a="http://schemas.openxmlformats.org/drawingml/2006/main"/>
        </p:blipFill>
        <p:spPr>
          <a:xfrm xmlns:a="http://schemas.openxmlformats.org/drawingml/2006/main">
            <a:off x="7191375" y="1607344"/>
            <a:ext cx="4667250" cy="3500438"/>
          </a:xfrm>
          <a:prstGeom xmlns:a="http://schemas.openxmlformats.org/drawingml/2006/main" prst="rect">
            <a:avLst/>
          </a:prstGeom>
        </p:spPr>
      </p:pic>
    </p:spTree>
    <p:extLst>
      <p:ext uri="{BB962C8B-B14F-4D97-AF65-F5344CB8AC3E}">
        <p14:creationId xmlns:p14="http://schemas.microsoft.com/office/powerpoint/2010/main" val="1205443173"/>
      </p:ext>
    </p:extLst>
  </p:cSld>
</p:sld>
</file>

<file path=ppt/slides/slide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 name="Engineering work spans too many interfaces">
            <a:extLst xmlns:a="http://schemas.openxmlformats.org/drawingml/2006/main">
              <a:ext uri="{FF2B5EF4-FFF2-40B4-BE49-F238E27FC236}">
                <a16:creationId xmlns:a16="http://schemas.microsoft.com/office/drawing/2014/main" id="{C0864CB4-E351-472F-8DED-6B995B78979E}"/>
              </a:ext>
            </a:extLst>
          </p:cNvPr>
          <p:cNvSpPr>
            <a:spLocks xmlns:a="http://schemas.openxmlformats.org/drawingml/2006/main" noGrp="1"/>
          </p:cNvSpPr>
          <p:nvPr/>
        </p:nvSpPr>
        <p:spPr>
          <a:xfrm xmlns:a="http://schemas.openxmlformats.org/drawingml/2006/main">
            <a:off x="685800" y="5524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A33"/>
                </a:solidFill>
              </a:defRPr>
            </a:defPPr>
            <a:lvl1pPr>
              <a:defRPr sz="3300" b="1">
                <a:solidFill>
                  <a:srgbClr val="102A33"/>
                </a:solidFill>
              </a:defRPr>
            </a:lvl1pPr>
            <a:lvl2pPr>
              <a:defRPr sz="3300" b="1">
                <a:solidFill>
                  <a:srgbClr val="102A33"/>
                </a:solidFill>
              </a:defRPr>
            </a:lvl2pPr>
            <a:lvl3pPr>
              <a:defRPr sz="3300" b="1">
                <a:solidFill>
                  <a:srgbClr val="102A33"/>
                </a:solidFill>
              </a:defRPr>
            </a:lvl3pPr>
            <a:lvl4pPr>
              <a:defRPr sz="3300" b="1">
                <a:solidFill>
                  <a:srgbClr val="102A33"/>
                </a:solidFill>
              </a:defRPr>
            </a:lvl4pPr>
            <a:lvl5pPr>
              <a:defRPr sz="3300" b="1">
                <a:solidFill>
                  <a:srgbClr val="102A33"/>
                </a:solidFill>
              </a:defRPr>
            </a:lvl5pPr>
            <a:lvl6pPr>
              <a:defRPr sz="3300" b="1">
                <a:solidFill>
                  <a:srgbClr val="102A33"/>
                </a:solidFill>
              </a:defRPr>
            </a:lvl6pPr>
            <a:lvl7pPr>
              <a:defRPr sz="3300" b="1">
                <a:solidFill>
                  <a:srgbClr val="102A33"/>
                </a:solidFill>
              </a:defRPr>
            </a:lvl7pPr>
            <a:lvl8pPr>
              <a:defRPr sz="3300" b="1">
                <a:solidFill>
                  <a:srgbClr val="102A33"/>
                </a:solidFill>
              </a:defRPr>
            </a:lvl8pPr>
            <a:lvl9pPr>
              <a:defRPr sz="3300" b="1">
                <a:solidFill>
                  <a:srgbClr val="102A33"/>
                </a:solidFill>
              </a:defRPr>
            </a:lvl9pPr>
          </a:lstStyle>
          <a:p xmlns:a="http://schemas.openxmlformats.org/drawingml/2006/main">
            <a:pPr>
              <a:defRPr sz="3300" b="1">
                <a:solidFill>
                  <a:srgbClr val="102A33"/>
                </a:solidFill>
              </a:defRPr>
            </a:pPr>
            <a:r>
              <a:rPr sz="3300" b="1">
                <a:solidFill>
                  <a:srgbClr val="102A33"/>
                </a:solidFill>
              </a:rPr>
              <a:t>Engineering work spans too many interfaces</a:t>
            </a:r>
          </a:p>
        </p:txBody>
      </p:sp>
      <p:sp>
        <p:nvSpPr>
          <p:cNvPr id="3" name="VANESSA">
            <a:extLst xmlns:a="http://schemas.openxmlformats.org/drawingml/2006/main">
              <a:ext uri="{FF2B5EF4-FFF2-40B4-BE49-F238E27FC236}">
                <a16:creationId xmlns:a16="http://schemas.microsoft.com/office/drawing/2014/main" id="{F40E9909-B7F7-4AC6-B5D4-E855D1E63EFA}"/>
              </a:ext>
            </a:extLst>
          </p:cNvPr>
          <p:cNvSpPr>
            <a:spLocks xmlns:a="http://schemas.openxmlformats.org/drawingml/2006/main" noGrp="1"/>
          </p:cNvSpPr>
          <p:nvPr/>
        </p:nvSpPr>
        <p:spPr>
          <a:xfrm xmlns:a="http://schemas.openxmlformats.org/drawingml/2006/main">
            <a:off x="685800" y="641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2676D"/>
                </a:solidFill>
              </a:defRPr>
            </a:defPPr>
            <a:lvl1pPr>
              <a:defRPr sz="1125" b="1">
                <a:solidFill>
                  <a:srgbClr val="52676D"/>
                </a:solidFill>
              </a:defRPr>
            </a:lvl1pPr>
            <a:lvl2pPr>
              <a:defRPr sz="1125" b="1">
                <a:solidFill>
                  <a:srgbClr val="52676D"/>
                </a:solidFill>
              </a:defRPr>
            </a:lvl2pPr>
            <a:lvl3pPr>
              <a:defRPr sz="1125" b="1">
                <a:solidFill>
                  <a:srgbClr val="52676D"/>
                </a:solidFill>
              </a:defRPr>
            </a:lvl3pPr>
            <a:lvl4pPr>
              <a:defRPr sz="1125" b="1">
                <a:solidFill>
                  <a:srgbClr val="52676D"/>
                </a:solidFill>
              </a:defRPr>
            </a:lvl4pPr>
            <a:lvl5pPr>
              <a:defRPr sz="1125" b="1">
                <a:solidFill>
                  <a:srgbClr val="52676D"/>
                </a:solidFill>
              </a:defRPr>
            </a:lvl5pPr>
            <a:lvl6pPr>
              <a:defRPr sz="1125" b="1">
                <a:solidFill>
                  <a:srgbClr val="52676D"/>
                </a:solidFill>
              </a:defRPr>
            </a:lvl6pPr>
            <a:lvl7pPr>
              <a:defRPr sz="1125" b="1">
                <a:solidFill>
                  <a:srgbClr val="52676D"/>
                </a:solidFill>
              </a:defRPr>
            </a:lvl7pPr>
            <a:lvl8pPr>
              <a:defRPr sz="1125" b="1">
                <a:solidFill>
                  <a:srgbClr val="52676D"/>
                </a:solidFill>
              </a:defRPr>
            </a:lvl8pPr>
            <a:lvl9pPr>
              <a:defRPr sz="1125" b="1">
                <a:solidFill>
                  <a:srgbClr val="52676D"/>
                </a:solidFill>
              </a:defRPr>
            </a:lvl9pPr>
          </a:lstStyle>
          <a:p xmlns:a="http://schemas.openxmlformats.org/drawingml/2006/main">
            <a:pPr>
              <a:defRPr sz="1125" b="1">
                <a:solidFill>
                  <a:srgbClr val="52676D"/>
                </a:solidFill>
              </a:defRPr>
            </a:pPr>
            <a:r>
              <a:rPr sz="1125" b="1">
                <a:solidFill>
                  <a:srgbClr val="52676D"/>
                </a:solidFill>
              </a:rPr>
              <a:t>VANESSA</a:t>
            </a:r>
          </a:p>
        </p:txBody>
      </p:sp>
      <p:sp>
        <p:nvSpPr>
          <p:cNvPr id="4" name="02 / 11">
            <a:extLst xmlns:a="http://schemas.openxmlformats.org/drawingml/2006/main">
              <a:ext uri="{FF2B5EF4-FFF2-40B4-BE49-F238E27FC236}">
                <a16:creationId xmlns:a16="http://schemas.microsoft.com/office/drawing/2014/main" id="{5F1643F2-1950-4B63-AA94-1267EE87E0D6}"/>
              </a:ext>
            </a:extLst>
          </p:cNvPr>
          <p:cNvSpPr>
            <a:spLocks xmlns:a="http://schemas.openxmlformats.org/drawingml/2006/main" noGrp="1"/>
          </p:cNvSpPr>
          <p:nvPr/>
        </p:nvSpPr>
        <p:spPr>
          <a:xfrm xmlns:a="http://schemas.openxmlformats.org/drawingml/2006/main">
            <a:off x="10648950" y="64198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6D"/>
                </a:solidFill>
              </a:defRPr>
            </a:defPPr>
            <a:lvl1pPr>
              <a:defRPr sz="1125" b="0">
                <a:solidFill>
                  <a:srgbClr val="52676D"/>
                </a:solidFill>
              </a:defRPr>
            </a:lvl1pPr>
            <a:lvl2pPr>
              <a:defRPr sz="1125" b="0">
                <a:solidFill>
                  <a:srgbClr val="52676D"/>
                </a:solidFill>
              </a:defRPr>
            </a:lvl2pPr>
            <a:lvl3pPr>
              <a:defRPr sz="1125" b="0">
                <a:solidFill>
                  <a:srgbClr val="52676D"/>
                </a:solidFill>
              </a:defRPr>
            </a:lvl3pPr>
            <a:lvl4pPr>
              <a:defRPr sz="1125" b="0">
                <a:solidFill>
                  <a:srgbClr val="52676D"/>
                </a:solidFill>
              </a:defRPr>
            </a:lvl4pPr>
            <a:lvl5pPr>
              <a:defRPr sz="1125" b="0">
                <a:solidFill>
                  <a:srgbClr val="52676D"/>
                </a:solidFill>
              </a:defRPr>
            </a:lvl5pPr>
            <a:lvl6pPr>
              <a:defRPr sz="1125" b="0">
                <a:solidFill>
                  <a:srgbClr val="52676D"/>
                </a:solidFill>
              </a:defRPr>
            </a:lvl6pPr>
            <a:lvl7pPr>
              <a:defRPr sz="1125" b="0">
                <a:solidFill>
                  <a:srgbClr val="52676D"/>
                </a:solidFill>
              </a:defRPr>
            </a:lvl7pPr>
            <a:lvl8pPr>
              <a:defRPr sz="1125" b="0">
                <a:solidFill>
                  <a:srgbClr val="52676D"/>
                </a:solidFill>
              </a:defRPr>
            </a:lvl8pPr>
            <a:lvl9pPr>
              <a:defRPr sz="1125" b="0">
                <a:solidFill>
                  <a:srgbClr val="52676D"/>
                </a:solidFill>
              </a:defRPr>
            </a:lvl9pPr>
          </a:lstStyle>
          <a:p xmlns:a="http://schemas.openxmlformats.org/drawingml/2006/main">
            <a:pPr>
              <a:defRPr sz="1125" b="0">
                <a:solidFill>
                  <a:srgbClr val="52676D"/>
                </a:solidFill>
              </a:defRPr>
            </a:pPr>
            <a:r>
              <a:rPr sz="1125" b="0">
                <a:solidFill>
                  <a:srgbClr val="52676D"/>
                </a:solidFill>
              </a:rPr>
              <a:t>02 / 11</a:t>
            </a:r>
          </a:p>
        </p:txBody>
      </p:sp>
      <p:sp>
        <p:nvSpPr>
          <p:cNvPr id="5" name="One task can require&#10;several tools and&#10;manual">
            <a:extLst xmlns:a="http://schemas.openxmlformats.org/drawingml/2006/main">
              <a:ext uri="{FF2B5EF4-FFF2-40B4-BE49-F238E27FC236}">
                <a16:creationId xmlns:a16="http://schemas.microsoft.com/office/drawing/2014/main" id="{D348939C-2D30-464C-9369-741471563906}"/>
              </a:ext>
            </a:extLst>
          </p:cNvPr>
          <p:cNvSpPr>
            <a:spLocks xmlns:a="http://schemas.openxmlformats.org/drawingml/2006/main" noGrp="1"/>
          </p:cNvSpPr>
          <p:nvPr/>
        </p:nvSpPr>
        <p:spPr>
          <a:xfrm xmlns:a="http://schemas.openxmlformats.org/drawingml/2006/main">
            <a:off x="685800" y="2009775"/>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02A33"/>
                </a:solidFill>
              </a:defRPr>
            </a:defPPr>
            <a:lvl1pPr>
              <a:defRPr sz="3600" b="1">
                <a:solidFill>
                  <a:srgbClr val="102A33"/>
                </a:solidFill>
              </a:defRPr>
            </a:lvl1pPr>
            <a:lvl2pPr>
              <a:defRPr sz="3600" b="1">
                <a:solidFill>
                  <a:srgbClr val="102A33"/>
                </a:solidFill>
              </a:defRPr>
            </a:lvl2pPr>
            <a:lvl3pPr>
              <a:defRPr sz="3600" b="1">
                <a:solidFill>
                  <a:srgbClr val="102A33"/>
                </a:solidFill>
              </a:defRPr>
            </a:lvl3pPr>
            <a:lvl4pPr>
              <a:defRPr sz="3600" b="1">
                <a:solidFill>
                  <a:srgbClr val="102A33"/>
                </a:solidFill>
              </a:defRPr>
            </a:lvl4pPr>
            <a:lvl5pPr>
              <a:defRPr sz="3600" b="1">
                <a:solidFill>
                  <a:srgbClr val="102A33"/>
                </a:solidFill>
              </a:defRPr>
            </a:lvl5pPr>
            <a:lvl6pPr>
              <a:defRPr sz="3600" b="1">
                <a:solidFill>
                  <a:srgbClr val="102A33"/>
                </a:solidFill>
              </a:defRPr>
            </a:lvl6pPr>
            <a:lvl7pPr>
              <a:defRPr sz="3600" b="1">
                <a:solidFill>
                  <a:srgbClr val="102A33"/>
                </a:solidFill>
              </a:defRPr>
            </a:lvl7pPr>
            <a:lvl8pPr>
              <a:defRPr sz="3600" b="1">
                <a:solidFill>
                  <a:srgbClr val="102A33"/>
                </a:solidFill>
              </a:defRPr>
            </a:lvl8pPr>
            <a:lvl9pPr>
              <a:defRPr sz="3600" b="1">
                <a:solidFill>
                  <a:srgbClr val="102A33"/>
                </a:solidFill>
              </a:defRPr>
            </a:lvl9pPr>
          </a:lstStyle>
          <a:p xmlns:a="http://schemas.openxmlformats.org/drawingml/2006/main">
            <a:pPr>
              <a:defRPr sz="3600" b="1">
                <a:solidFill>
                  <a:srgbClr val="102A33"/>
                </a:solidFill>
              </a:defRPr>
            </a:pPr>
            <a:r>
              <a:rPr sz="3600" b="1">
                <a:solidFill>
                  <a:srgbClr val="102A33"/>
                </a:solidFill>
              </a:rPr>
              <a:t>One task can require</a:t>
            </a:r>
          </a:p>
          <a:p xmlns:a="http://schemas.openxmlformats.org/drawingml/2006/main">
            <a:pPr>
              <a:defRPr sz="3600" b="1">
                <a:solidFill>
                  <a:srgbClr val="102A33"/>
                </a:solidFill>
              </a:defRPr>
            </a:pPr>
            <a:r>
              <a:rPr sz="3600" b="1">
                <a:solidFill>
                  <a:srgbClr val="102A33"/>
                </a:solidFill>
              </a:rPr>
              <a:t>several tools and</a:t>
            </a:r>
          </a:p>
          <a:p xmlns:a="http://schemas.openxmlformats.org/drawingml/2006/main">
            <a:pPr>
              <a:defRPr sz="3600" b="1">
                <a:solidFill>
                  <a:srgbClr val="102A33"/>
                </a:solidFill>
              </a:defRPr>
            </a:pPr>
            <a:r>
              <a:rPr sz="3600" b="1">
                <a:solidFill>
                  <a:srgbClr val="102A33"/>
                </a:solidFill>
              </a:rPr>
              <a:t>manual checks.</a:t>
            </a:r>
          </a:p>
        </p:txBody>
      </p:sp>
      <p:sp>
        <p:nvSpPr>
          <p:cNvPr id="6" name="Initial users&#10;Developers, engineering student">
            <a:extLst xmlns:a="http://schemas.openxmlformats.org/drawingml/2006/main">
              <a:ext uri="{FF2B5EF4-FFF2-40B4-BE49-F238E27FC236}">
                <a16:creationId xmlns:a16="http://schemas.microsoft.com/office/drawing/2014/main" id="{D8537BA8-6030-442D-A1A0-D111CA47DB8A}"/>
              </a:ext>
            </a:extLst>
          </p:cNvPr>
          <p:cNvSpPr>
            <a:spLocks xmlns:a="http://schemas.openxmlformats.org/drawingml/2006/main" noGrp="1"/>
          </p:cNvSpPr>
          <p:nvPr/>
        </p:nvSpPr>
        <p:spPr>
          <a:xfrm xmlns:a="http://schemas.openxmlformats.org/drawingml/2006/main">
            <a:off x="685800" y="4581525"/>
            <a:ext cx="5048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2676D"/>
                </a:solidFill>
              </a:defRPr>
            </a:defPPr>
            <a:lvl1pPr>
              <a:defRPr sz="1950" b="0">
                <a:solidFill>
                  <a:srgbClr val="52676D"/>
                </a:solidFill>
              </a:defRPr>
            </a:lvl1pPr>
            <a:lvl2pPr>
              <a:defRPr sz="1950" b="0">
                <a:solidFill>
                  <a:srgbClr val="52676D"/>
                </a:solidFill>
              </a:defRPr>
            </a:lvl2pPr>
            <a:lvl3pPr>
              <a:defRPr sz="1950" b="0">
                <a:solidFill>
                  <a:srgbClr val="52676D"/>
                </a:solidFill>
              </a:defRPr>
            </a:lvl3pPr>
            <a:lvl4pPr>
              <a:defRPr sz="1950" b="0">
                <a:solidFill>
                  <a:srgbClr val="52676D"/>
                </a:solidFill>
              </a:defRPr>
            </a:lvl4pPr>
            <a:lvl5pPr>
              <a:defRPr sz="1950" b="0">
                <a:solidFill>
                  <a:srgbClr val="52676D"/>
                </a:solidFill>
              </a:defRPr>
            </a:lvl5pPr>
            <a:lvl6pPr>
              <a:defRPr sz="1950" b="0">
                <a:solidFill>
                  <a:srgbClr val="52676D"/>
                </a:solidFill>
              </a:defRPr>
            </a:lvl6pPr>
            <a:lvl7pPr>
              <a:defRPr sz="1950" b="0">
                <a:solidFill>
                  <a:srgbClr val="52676D"/>
                </a:solidFill>
              </a:defRPr>
            </a:lvl7pPr>
            <a:lvl8pPr>
              <a:defRPr sz="1950" b="0">
                <a:solidFill>
                  <a:srgbClr val="52676D"/>
                </a:solidFill>
              </a:defRPr>
            </a:lvl8pPr>
            <a:lvl9pPr>
              <a:defRPr sz="1950" b="0">
                <a:solidFill>
                  <a:srgbClr val="52676D"/>
                </a:solidFill>
              </a:defRPr>
            </a:lvl9pPr>
          </a:lstStyle>
          <a:p xmlns:a="http://schemas.openxmlformats.org/drawingml/2006/main">
            <a:pPr>
              <a:defRPr sz="1950" b="0">
                <a:solidFill>
                  <a:srgbClr val="52676D"/>
                </a:solidFill>
              </a:defRPr>
            </a:pPr>
            <a:r>
              <a:rPr sz="1950" b="0">
                <a:solidFill>
                  <a:srgbClr val="52676D"/>
                </a:solidFill>
              </a:rPr>
              <a:t>Initial users</a:t>
            </a:r>
          </a:p>
          <a:p xmlns:a="http://schemas.openxmlformats.org/drawingml/2006/main">
            <a:pPr>
              <a:defRPr sz="1950" b="0">
                <a:solidFill>
                  <a:srgbClr val="52676D"/>
                </a:solidFill>
              </a:defRPr>
            </a:pPr>
            <a:r>
              <a:rPr sz="1950" b="0">
                <a:solidFill>
                  <a:srgbClr val="52676D"/>
                </a:solidFill>
              </a:rPr>
              <a:t>Developers, engineering students</a:t>
            </a:r>
          </a:p>
          <a:p xmlns:a="http://schemas.openxmlformats.org/drawingml/2006/main">
            <a:pPr>
              <a:defRPr sz="1950" b="0">
                <a:solidFill>
                  <a:srgbClr val="52676D"/>
                </a:solidFill>
              </a:defRPr>
            </a:pPr>
            <a:r>
              <a:rPr sz="1950" b="0">
                <a:solidFill>
                  <a:srgbClr val="52676D"/>
                </a:solidFill>
              </a:rPr>
              <a:t>and small IT teams on Windows</a:t>
            </a:r>
          </a:p>
        </p:txBody>
      </p:sp>
      <p:sp>
        <p:nvSpPr>
          <p:cNvPr id="7" name="01">
            <a:extLst xmlns:a="http://schemas.openxmlformats.org/drawingml/2006/main">
              <a:ext uri="{FF2B5EF4-FFF2-40B4-BE49-F238E27FC236}">
                <a16:creationId xmlns:a16="http://schemas.microsoft.com/office/drawing/2014/main" id="{D410EA45-D78E-4502-BAA1-715508D25169}"/>
              </a:ext>
            </a:extLst>
          </p:cNvPr>
          <p:cNvSpPr>
            <a:spLocks xmlns:a="http://schemas.openxmlformats.org/drawingml/2006/main" noGrp="1"/>
          </p:cNvSpPr>
          <p:nvPr/>
        </p:nvSpPr>
        <p:spPr>
          <a:xfrm xmlns:a="http://schemas.openxmlformats.org/drawingml/2006/main">
            <a:off x="6496050" y="1924050"/>
            <a:ext cx="53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7F8B"/>
                </a:solidFill>
              </a:defRPr>
            </a:defPPr>
            <a:lvl1pPr>
              <a:defRPr sz="1800" b="1">
                <a:solidFill>
                  <a:srgbClr val="007F8B"/>
                </a:solidFill>
              </a:defRPr>
            </a:lvl1pPr>
            <a:lvl2pPr>
              <a:defRPr sz="1800" b="1">
                <a:solidFill>
                  <a:srgbClr val="007F8B"/>
                </a:solidFill>
              </a:defRPr>
            </a:lvl2pPr>
            <a:lvl3pPr>
              <a:defRPr sz="1800" b="1">
                <a:solidFill>
                  <a:srgbClr val="007F8B"/>
                </a:solidFill>
              </a:defRPr>
            </a:lvl3pPr>
            <a:lvl4pPr>
              <a:defRPr sz="1800" b="1">
                <a:solidFill>
                  <a:srgbClr val="007F8B"/>
                </a:solidFill>
              </a:defRPr>
            </a:lvl4pPr>
            <a:lvl5pPr>
              <a:defRPr sz="1800" b="1">
                <a:solidFill>
                  <a:srgbClr val="007F8B"/>
                </a:solidFill>
              </a:defRPr>
            </a:lvl5pPr>
            <a:lvl6pPr>
              <a:defRPr sz="1800" b="1">
                <a:solidFill>
                  <a:srgbClr val="007F8B"/>
                </a:solidFill>
              </a:defRPr>
            </a:lvl6pPr>
            <a:lvl7pPr>
              <a:defRPr sz="1800" b="1">
                <a:solidFill>
                  <a:srgbClr val="007F8B"/>
                </a:solidFill>
              </a:defRPr>
            </a:lvl7pPr>
            <a:lvl8pPr>
              <a:defRPr sz="1800" b="1">
                <a:solidFill>
                  <a:srgbClr val="007F8B"/>
                </a:solidFill>
              </a:defRPr>
            </a:lvl8pPr>
            <a:lvl9pPr>
              <a:defRPr sz="1800" b="1">
                <a:solidFill>
                  <a:srgbClr val="007F8B"/>
                </a:solidFill>
              </a:defRPr>
            </a:lvl9pPr>
          </a:lstStyle>
          <a:p xmlns:a="http://schemas.openxmlformats.org/drawingml/2006/main">
            <a:pPr>
              <a:defRPr sz="1800" b="1">
                <a:solidFill>
                  <a:srgbClr val="007F8B"/>
                </a:solidFill>
              </a:defRPr>
            </a:pPr>
            <a:r>
              <a:rPr sz="1800" b="1">
                <a:solidFill>
                  <a:srgbClr val="007F8B"/>
                </a:solidFill>
              </a:rPr>
              <a:t>01</a:t>
            </a:r>
          </a:p>
        </p:txBody>
      </p:sp>
      <p:sp>
        <p:nvSpPr>
          <p:cNvPr id="8" name="Finding context">
            <a:extLst xmlns:a="http://schemas.openxmlformats.org/drawingml/2006/main">
              <a:ext uri="{FF2B5EF4-FFF2-40B4-BE49-F238E27FC236}">
                <a16:creationId xmlns:a16="http://schemas.microsoft.com/office/drawing/2014/main" id="{797BDB64-9ADD-4185-A296-0416F7FB11D1}"/>
              </a:ext>
            </a:extLst>
          </p:cNvPr>
          <p:cNvSpPr>
            <a:spLocks xmlns:a="http://schemas.openxmlformats.org/drawingml/2006/main" noGrp="1"/>
          </p:cNvSpPr>
          <p:nvPr/>
        </p:nvSpPr>
        <p:spPr>
          <a:xfrm xmlns:a="http://schemas.openxmlformats.org/drawingml/2006/main">
            <a:off x="7181850" y="1924050"/>
            <a:ext cx="414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02A33"/>
                </a:solidFill>
              </a:defRPr>
            </a:defPPr>
            <a:lvl1pPr>
              <a:defRPr sz="2025" b="1">
                <a:solidFill>
                  <a:srgbClr val="102A33"/>
                </a:solidFill>
              </a:defRPr>
            </a:lvl1pPr>
            <a:lvl2pPr>
              <a:defRPr sz="2025" b="1">
                <a:solidFill>
                  <a:srgbClr val="102A33"/>
                </a:solidFill>
              </a:defRPr>
            </a:lvl2pPr>
            <a:lvl3pPr>
              <a:defRPr sz="2025" b="1">
                <a:solidFill>
                  <a:srgbClr val="102A33"/>
                </a:solidFill>
              </a:defRPr>
            </a:lvl3pPr>
            <a:lvl4pPr>
              <a:defRPr sz="2025" b="1">
                <a:solidFill>
                  <a:srgbClr val="102A33"/>
                </a:solidFill>
              </a:defRPr>
            </a:lvl4pPr>
            <a:lvl5pPr>
              <a:defRPr sz="2025" b="1">
                <a:solidFill>
                  <a:srgbClr val="102A33"/>
                </a:solidFill>
              </a:defRPr>
            </a:lvl5pPr>
            <a:lvl6pPr>
              <a:defRPr sz="2025" b="1">
                <a:solidFill>
                  <a:srgbClr val="102A33"/>
                </a:solidFill>
              </a:defRPr>
            </a:lvl6pPr>
            <a:lvl7pPr>
              <a:defRPr sz="2025" b="1">
                <a:solidFill>
                  <a:srgbClr val="102A33"/>
                </a:solidFill>
              </a:defRPr>
            </a:lvl7pPr>
            <a:lvl8pPr>
              <a:defRPr sz="2025" b="1">
                <a:solidFill>
                  <a:srgbClr val="102A33"/>
                </a:solidFill>
              </a:defRPr>
            </a:lvl8pPr>
            <a:lvl9pPr>
              <a:defRPr sz="2025" b="1">
                <a:solidFill>
                  <a:srgbClr val="102A33"/>
                </a:solidFill>
              </a:defRPr>
            </a:lvl9pPr>
          </a:lstStyle>
          <a:p xmlns:a="http://schemas.openxmlformats.org/drawingml/2006/main">
            <a:pPr>
              <a:defRPr sz="2025" b="1">
                <a:solidFill>
                  <a:srgbClr val="102A33"/>
                </a:solidFill>
              </a:defRPr>
            </a:pPr>
            <a:r>
              <a:rPr sz="2025" b="1">
                <a:solidFill>
                  <a:srgbClr val="102A33"/>
                </a:solidFill>
              </a:rPr>
              <a:t>Finding context</a:t>
            </a:r>
          </a:p>
        </p:txBody>
      </p:sp>
      <p:sp>
        <p:nvSpPr>
          <p:cNvPr id="9" name="Locate the project, relevant file, log or run">
            <a:extLst xmlns:a="http://schemas.openxmlformats.org/drawingml/2006/main">
              <a:ext uri="{FF2B5EF4-FFF2-40B4-BE49-F238E27FC236}">
                <a16:creationId xmlns:a16="http://schemas.microsoft.com/office/drawing/2014/main" id="{E4DBF218-9202-4E73-9A54-7768327D1A52}"/>
              </a:ext>
            </a:extLst>
          </p:cNvPr>
          <p:cNvSpPr>
            <a:spLocks xmlns:a="http://schemas.openxmlformats.org/drawingml/2006/main" noGrp="1"/>
          </p:cNvSpPr>
          <p:nvPr/>
        </p:nvSpPr>
        <p:spPr>
          <a:xfrm xmlns:a="http://schemas.openxmlformats.org/drawingml/2006/main">
            <a:off x="7181850" y="2295525"/>
            <a:ext cx="4143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76D"/>
                </a:solidFill>
              </a:defRPr>
            </a:defPPr>
            <a:lvl1pPr>
              <a:defRPr sz="1725" b="0">
                <a:solidFill>
                  <a:srgbClr val="52676D"/>
                </a:solidFill>
              </a:defRPr>
            </a:lvl1pPr>
            <a:lvl2pPr>
              <a:defRPr sz="1725" b="0">
                <a:solidFill>
                  <a:srgbClr val="52676D"/>
                </a:solidFill>
              </a:defRPr>
            </a:lvl2pPr>
            <a:lvl3pPr>
              <a:defRPr sz="1725" b="0">
                <a:solidFill>
                  <a:srgbClr val="52676D"/>
                </a:solidFill>
              </a:defRPr>
            </a:lvl3pPr>
            <a:lvl4pPr>
              <a:defRPr sz="1725" b="0">
                <a:solidFill>
                  <a:srgbClr val="52676D"/>
                </a:solidFill>
              </a:defRPr>
            </a:lvl4pPr>
            <a:lvl5pPr>
              <a:defRPr sz="1725" b="0">
                <a:solidFill>
                  <a:srgbClr val="52676D"/>
                </a:solidFill>
              </a:defRPr>
            </a:lvl5pPr>
            <a:lvl6pPr>
              <a:defRPr sz="1725" b="0">
                <a:solidFill>
                  <a:srgbClr val="52676D"/>
                </a:solidFill>
              </a:defRPr>
            </a:lvl6pPr>
            <a:lvl7pPr>
              <a:defRPr sz="1725" b="0">
                <a:solidFill>
                  <a:srgbClr val="52676D"/>
                </a:solidFill>
              </a:defRPr>
            </a:lvl7pPr>
            <a:lvl8pPr>
              <a:defRPr sz="1725" b="0">
                <a:solidFill>
                  <a:srgbClr val="52676D"/>
                </a:solidFill>
              </a:defRPr>
            </a:lvl8pPr>
            <a:lvl9pPr>
              <a:defRPr sz="1725" b="0">
                <a:solidFill>
                  <a:srgbClr val="52676D"/>
                </a:solidFill>
              </a:defRPr>
            </a:lvl9pPr>
          </a:lstStyle>
          <a:p xmlns:a="http://schemas.openxmlformats.org/drawingml/2006/main">
            <a:pPr>
              <a:defRPr sz="1725" b="0">
                <a:solidFill>
                  <a:srgbClr val="52676D"/>
                </a:solidFill>
              </a:defRPr>
            </a:pPr>
            <a:r>
              <a:rPr sz="1725" b="0">
                <a:solidFill>
                  <a:srgbClr val="52676D"/>
                </a:solidFill>
              </a:rPr>
              <a:t>Locate the project, relevant file, log or runbook.</a:t>
            </a:r>
          </a:p>
        </p:txBody>
      </p:sp>
      <p:sp>
        <p:nvSpPr>
          <p:cNvPr id="10" name="02">
            <a:extLst xmlns:a="http://schemas.openxmlformats.org/drawingml/2006/main">
              <a:ext uri="{FF2B5EF4-FFF2-40B4-BE49-F238E27FC236}">
                <a16:creationId xmlns:a16="http://schemas.microsoft.com/office/drawing/2014/main" id="{D7A5BD3F-DE3A-430C-9E3E-7BDE91E90416}"/>
              </a:ext>
            </a:extLst>
          </p:cNvPr>
          <p:cNvSpPr>
            <a:spLocks xmlns:a="http://schemas.openxmlformats.org/drawingml/2006/main" noGrp="1"/>
          </p:cNvSpPr>
          <p:nvPr/>
        </p:nvSpPr>
        <p:spPr>
          <a:xfrm xmlns:a="http://schemas.openxmlformats.org/drawingml/2006/main">
            <a:off x="6496050" y="2924175"/>
            <a:ext cx="53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7F8B"/>
                </a:solidFill>
              </a:defRPr>
            </a:defPPr>
            <a:lvl1pPr>
              <a:defRPr sz="1800" b="1">
                <a:solidFill>
                  <a:srgbClr val="007F8B"/>
                </a:solidFill>
              </a:defRPr>
            </a:lvl1pPr>
            <a:lvl2pPr>
              <a:defRPr sz="1800" b="1">
                <a:solidFill>
                  <a:srgbClr val="007F8B"/>
                </a:solidFill>
              </a:defRPr>
            </a:lvl2pPr>
            <a:lvl3pPr>
              <a:defRPr sz="1800" b="1">
                <a:solidFill>
                  <a:srgbClr val="007F8B"/>
                </a:solidFill>
              </a:defRPr>
            </a:lvl3pPr>
            <a:lvl4pPr>
              <a:defRPr sz="1800" b="1">
                <a:solidFill>
                  <a:srgbClr val="007F8B"/>
                </a:solidFill>
              </a:defRPr>
            </a:lvl4pPr>
            <a:lvl5pPr>
              <a:defRPr sz="1800" b="1">
                <a:solidFill>
                  <a:srgbClr val="007F8B"/>
                </a:solidFill>
              </a:defRPr>
            </a:lvl5pPr>
            <a:lvl6pPr>
              <a:defRPr sz="1800" b="1">
                <a:solidFill>
                  <a:srgbClr val="007F8B"/>
                </a:solidFill>
              </a:defRPr>
            </a:lvl6pPr>
            <a:lvl7pPr>
              <a:defRPr sz="1800" b="1">
                <a:solidFill>
                  <a:srgbClr val="007F8B"/>
                </a:solidFill>
              </a:defRPr>
            </a:lvl7pPr>
            <a:lvl8pPr>
              <a:defRPr sz="1800" b="1">
                <a:solidFill>
                  <a:srgbClr val="007F8B"/>
                </a:solidFill>
              </a:defRPr>
            </a:lvl8pPr>
            <a:lvl9pPr>
              <a:defRPr sz="1800" b="1">
                <a:solidFill>
                  <a:srgbClr val="007F8B"/>
                </a:solidFill>
              </a:defRPr>
            </a:lvl9pPr>
          </a:lstStyle>
          <a:p xmlns:a="http://schemas.openxmlformats.org/drawingml/2006/main">
            <a:pPr>
              <a:defRPr sz="1800" b="1">
                <a:solidFill>
                  <a:srgbClr val="007F8B"/>
                </a:solidFill>
              </a:defRPr>
            </a:pPr>
            <a:r>
              <a:rPr sz="1800" b="1">
                <a:solidFill>
                  <a:srgbClr val="007F8B"/>
                </a:solidFill>
              </a:rPr>
              <a:t>02</a:t>
            </a:r>
          </a:p>
        </p:txBody>
      </p:sp>
      <p:sp>
        <p:nvSpPr>
          <p:cNvPr id="11" name="Performing the action">
            <a:extLst xmlns:a="http://schemas.openxmlformats.org/drawingml/2006/main">
              <a:ext uri="{FF2B5EF4-FFF2-40B4-BE49-F238E27FC236}">
                <a16:creationId xmlns:a16="http://schemas.microsoft.com/office/drawing/2014/main" id="{BF289BB2-E403-41F2-9EF7-3F61B2BAD36C}"/>
              </a:ext>
            </a:extLst>
          </p:cNvPr>
          <p:cNvSpPr>
            <a:spLocks xmlns:a="http://schemas.openxmlformats.org/drawingml/2006/main" noGrp="1"/>
          </p:cNvSpPr>
          <p:nvPr/>
        </p:nvSpPr>
        <p:spPr>
          <a:xfrm xmlns:a="http://schemas.openxmlformats.org/drawingml/2006/main">
            <a:off x="7181850" y="2924175"/>
            <a:ext cx="414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02A33"/>
                </a:solidFill>
              </a:defRPr>
            </a:defPPr>
            <a:lvl1pPr>
              <a:defRPr sz="2025" b="1">
                <a:solidFill>
                  <a:srgbClr val="102A33"/>
                </a:solidFill>
              </a:defRPr>
            </a:lvl1pPr>
            <a:lvl2pPr>
              <a:defRPr sz="2025" b="1">
                <a:solidFill>
                  <a:srgbClr val="102A33"/>
                </a:solidFill>
              </a:defRPr>
            </a:lvl2pPr>
            <a:lvl3pPr>
              <a:defRPr sz="2025" b="1">
                <a:solidFill>
                  <a:srgbClr val="102A33"/>
                </a:solidFill>
              </a:defRPr>
            </a:lvl3pPr>
            <a:lvl4pPr>
              <a:defRPr sz="2025" b="1">
                <a:solidFill>
                  <a:srgbClr val="102A33"/>
                </a:solidFill>
              </a:defRPr>
            </a:lvl4pPr>
            <a:lvl5pPr>
              <a:defRPr sz="2025" b="1">
                <a:solidFill>
                  <a:srgbClr val="102A33"/>
                </a:solidFill>
              </a:defRPr>
            </a:lvl5pPr>
            <a:lvl6pPr>
              <a:defRPr sz="2025" b="1">
                <a:solidFill>
                  <a:srgbClr val="102A33"/>
                </a:solidFill>
              </a:defRPr>
            </a:lvl6pPr>
            <a:lvl7pPr>
              <a:defRPr sz="2025" b="1">
                <a:solidFill>
                  <a:srgbClr val="102A33"/>
                </a:solidFill>
              </a:defRPr>
            </a:lvl7pPr>
            <a:lvl8pPr>
              <a:defRPr sz="2025" b="1">
                <a:solidFill>
                  <a:srgbClr val="102A33"/>
                </a:solidFill>
              </a:defRPr>
            </a:lvl8pPr>
            <a:lvl9pPr>
              <a:defRPr sz="2025" b="1">
                <a:solidFill>
                  <a:srgbClr val="102A33"/>
                </a:solidFill>
              </a:defRPr>
            </a:lvl9pPr>
          </a:lstStyle>
          <a:p xmlns:a="http://schemas.openxmlformats.org/drawingml/2006/main">
            <a:pPr>
              <a:defRPr sz="2025" b="1">
                <a:solidFill>
                  <a:srgbClr val="102A33"/>
                </a:solidFill>
              </a:defRPr>
            </a:pPr>
            <a:r>
              <a:rPr sz="2025" b="1">
                <a:solidFill>
                  <a:srgbClr val="102A33"/>
                </a:solidFill>
              </a:rPr>
              <a:t>Performing the action</a:t>
            </a:r>
          </a:p>
        </p:txBody>
      </p:sp>
      <p:sp>
        <p:nvSpPr>
          <p:cNvPr id="12" name="Move between Explorer, browsers and system co">
            <a:extLst xmlns:a="http://schemas.openxmlformats.org/drawingml/2006/main">
              <a:ext uri="{FF2B5EF4-FFF2-40B4-BE49-F238E27FC236}">
                <a16:creationId xmlns:a16="http://schemas.microsoft.com/office/drawing/2014/main" id="{DED30ADC-B563-4E49-A671-60CD3525401B}"/>
              </a:ext>
            </a:extLst>
          </p:cNvPr>
          <p:cNvSpPr>
            <a:spLocks xmlns:a="http://schemas.openxmlformats.org/drawingml/2006/main" noGrp="1"/>
          </p:cNvSpPr>
          <p:nvPr/>
        </p:nvSpPr>
        <p:spPr>
          <a:xfrm xmlns:a="http://schemas.openxmlformats.org/drawingml/2006/main">
            <a:off x="7181850" y="3295650"/>
            <a:ext cx="4143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76D"/>
                </a:solidFill>
              </a:defRPr>
            </a:defPPr>
            <a:lvl1pPr>
              <a:defRPr sz="1725" b="0">
                <a:solidFill>
                  <a:srgbClr val="52676D"/>
                </a:solidFill>
              </a:defRPr>
            </a:lvl1pPr>
            <a:lvl2pPr>
              <a:defRPr sz="1725" b="0">
                <a:solidFill>
                  <a:srgbClr val="52676D"/>
                </a:solidFill>
              </a:defRPr>
            </a:lvl2pPr>
            <a:lvl3pPr>
              <a:defRPr sz="1725" b="0">
                <a:solidFill>
                  <a:srgbClr val="52676D"/>
                </a:solidFill>
              </a:defRPr>
            </a:lvl3pPr>
            <a:lvl4pPr>
              <a:defRPr sz="1725" b="0">
                <a:solidFill>
                  <a:srgbClr val="52676D"/>
                </a:solidFill>
              </a:defRPr>
            </a:lvl4pPr>
            <a:lvl5pPr>
              <a:defRPr sz="1725" b="0">
                <a:solidFill>
                  <a:srgbClr val="52676D"/>
                </a:solidFill>
              </a:defRPr>
            </a:lvl5pPr>
            <a:lvl6pPr>
              <a:defRPr sz="1725" b="0">
                <a:solidFill>
                  <a:srgbClr val="52676D"/>
                </a:solidFill>
              </a:defRPr>
            </a:lvl6pPr>
            <a:lvl7pPr>
              <a:defRPr sz="1725" b="0">
                <a:solidFill>
                  <a:srgbClr val="52676D"/>
                </a:solidFill>
              </a:defRPr>
            </a:lvl7pPr>
            <a:lvl8pPr>
              <a:defRPr sz="1725" b="0">
                <a:solidFill>
                  <a:srgbClr val="52676D"/>
                </a:solidFill>
              </a:defRPr>
            </a:lvl8pPr>
            <a:lvl9pPr>
              <a:defRPr sz="1725" b="0">
                <a:solidFill>
                  <a:srgbClr val="52676D"/>
                </a:solidFill>
              </a:defRPr>
            </a:lvl9pPr>
          </a:lstStyle>
          <a:p xmlns:a="http://schemas.openxmlformats.org/drawingml/2006/main">
            <a:pPr>
              <a:defRPr sz="1725" b="0">
                <a:solidFill>
                  <a:srgbClr val="52676D"/>
                </a:solidFill>
              </a:defRPr>
            </a:pPr>
            <a:r>
              <a:rPr sz="1725" b="0">
                <a:solidFill>
                  <a:srgbClr val="52676D"/>
                </a:solidFill>
              </a:rPr>
              <a:t>Move between Explorer, browsers and system controls.</a:t>
            </a:r>
          </a:p>
        </p:txBody>
      </p:sp>
      <p:sp>
        <p:nvSpPr>
          <p:cNvPr id="13" name="03">
            <a:extLst xmlns:a="http://schemas.openxmlformats.org/drawingml/2006/main">
              <a:ext uri="{FF2B5EF4-FFF2-40B4-BE49-F238E27FC236}">
                <a16:creationId xmlns:a16="http://schemas.microsoft.com/office/drawing/2014/main" id="{EDA50068-DA5F-4CD3-9975-F431481DA2E2}"/>
              </a:ext>
            </a:extLst>
          </p:cNvPr>
          <p:cNvSpPr>
            <a:spLocks xmlns:a="http://schemas.openxmlformats.org/drawingml/2006/main" noGrp="1"/>
          </p:cNvSpPr>
          <p:nvPr/>
        </p:nvSpPr>
        <p:spPr>
          <a:xfrm xmlns:a="http://schemas.openxmlformats.org/drawingml/2006/main">
            <a:off x="6496050" y="3924300"/>
            <a:ext cx="53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7F8B"/>
                </a:solidFill>
              </a:defRPr>
            </a:defPPr>
            <a:lvl1pPr>
              <a:defRPr sz="1800" b="1">
                <a:solidFill>
                  <a:srgbClr val="007F8B"/>
                </a:solidFill>
              </a:defRPr>
            </a:lvl1pPr>
            <a:lvl2pPr>
              <a:defRPr sz="1800" b="1">
                <a:solidFill>
                  <a:srgbClr val="007F8B"/>
                </a:solidFill>
              </a:defRPr>
            </a:lvl2pPr>
            <a:lvl3pPr>
              <a:defRPr sz="1800" b="1">
                <a:solidFill>
                  <a:srgbClr val="007F8B"/>
                </a:solidFill>
              </a:defRPr>
            </a:lvl3pPr>
            <a:lvl4pPr>
              <a:defRPr sz="1800" b="1">
                <a:solidFill>
                  <a:srgbClr val="007F8B"/>
                </a:solidFill>
              </a:defRPr>
            </a:lvl4pPr>
            <a:lvl5pPr>
              <a:defRPr sz="1800" b="1">
                <a:solidFill>
                  <a:srgbClr val="007F8B"/>
                </a:solidFill>
              </a:defRPr>
            </a:lvl5pPr>
            <a:lvl6pPr>
              <a:defRPr sz="1800" b="1">
                <a:solidFill>
                  <a:srgbClr val="007F8B"/>
                </a:solidFill>
              </a:defRPr>
            </a:lvl6pPr>
            <a:lvl7pPr>
              <a:defRPr sz="1800" b="1">
                <a:solidFill>
                  <a:srgbClr val="007F8B"/>
                </a:solidFill>
              </a:defRPr>
            </a:lvl7pPr>
            <a:lvl8pPr>
              <a:defRPr sz="1800" b="1">
                <a:solidFill>
                  <a:srgbClr val="007F8B"/>
                </a:solidFill>
              </a:defRPr>
            </a:lvl8pPr>
            <a:lvl9pPr>
              <a:defRPr sz="1800" b="1">
                <a:solidFill>
                  <a:srgbClr val="007F8B"/>
                </a:solidFill>
              </a:defRPr>
            </a:lvl9pPr>
          </a:lstStyle>
          <a:p xmlns:a="http://schemas.openxmlformats.org/drawingml/2006/main">
            <a:pPr>
              <a:defRPr sz="1800" b="1">
                <a:solidFill>
                  <a:srgbClr val="007F8B"/>
                </a:solidFill>
              </a:defRPr>
            </a:pPr>
            <a:r>
              <a:rPr sz="1800" b="1">
                <a:solidFill>
                  <a:srgbClr val="007F8B"/>
                </a:solidFill>
              </a:rPr>
              <a:t>03</a:t>
            </a:r>
          </a:p>
        </p:txBody>
      </p:sp>
      <p:sp>
        <p:nvSpPr>
          <p:cNvPr id="14" name="Checking the result">
            <a:extLst xmlns:a="http://schemas.openxmlformats.org/drawingml/2006/main">
              <a:ext uri="{FF2B5EF4-FFF2-40B4-BE49-F238E27FC236}">
                <a16:creationId xmlns:a16="http://schemas.microsoft.com/office/drawing/2014/main" id="{A0606927-F231-4014-99C5-86316BBCE09C}"/>
              </a:ext>
            </a:extLst>
          </p:cNvPr>
          <p:cNvSpPr>
            <a:spLocks xmlns:a="http://schemas.openxmlformats.org/drawingml/2006/main" noGrp="1"/>
          </p:cNvSpPr>
          <p:nvPr/>
        </p:nvSpPr>
        <p:spPr>
          <a:xfrm xmlns:a="http://schemas.openxmlformats.org/drawingml/2006/main">
            <a:off x="7181850" y="3924300"/>
            <a:ext cx="414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02A33"/>
                </a:solidFill>
              </a:defRPr>
            </a:defPPr>
            <a:lvl1pPr>
              <a:defRPr sz="2025" b="1">
                <a:solidFill>
                  <a:srgbClr val="102A33"/>
                </a:solidFill>
              </a:defRPr>
            </a:lvl1pPr>
            <a:lvl2pPr>
              <a:defRPr sz="2025" b="1">
                <a:solidFill>
                  <a:srgbClr val="102A33"/>
                </a:solidFill>
              </a:defRPr>
            </a:lvl2pPr>
            <a:lvl3pPr>
              <a:defRPr sz="2025" b="1">
                <a:solidFill>
                  <a:srgbClr val="102A33"/>
                </a:solidFill>
              </a:defRPr>
            </a:lvl3pPr>
            <a:lvl4pPr>
              <a:defRPr sz="2025" b="1">
                <a:solidFill>
                  <a:srgbClr val="102A33"/>
                </a:solidFill>
              </a:defRPr>
            </a:lvl4pPr>
            <a:lvl5pPr>
              <a:defRPr sz="2025" b="1">
                <a:solidFill>
                  <a:srgbClr val="102A33"/>
                </a:solidFill>
              </a:defRPr>
            </a:lvl5pPr>
            <a:lvl6pPr>
              <a:defRPr sz="2025" b="1">
                <a:solidFill>
                  <a:srgbClr val="102A33"/>
                </a:solidFill>
              </a:defRPr>
            </a:lvl6pPr>
            <a:lvl7pPr>
              <a:defRPr sz="2025" b="1">
                <a:solidFill>
                  <a:srgbClr val="102A33"/>
                </a:solidFill>
              </a:defRPr>
            </a:lvl7pPr>
            <a:lvl8pPr>
              <a:defRPr sz="2025" b="1">
                <a:solidFill>
                  <a:srgbClr val="102A33"/>
                </a:solidFill>
              </a:defRPr>
            </a:lvl8pPr>
            <a:lvl9pPr>
              <a:defRPr sz="2025" b="1">
                <a:solidFill>
                  <a:srgbClr val="102A33"/>
                </a:solidFill>
              </a:defRPr>
            </a:lvl9pPr>
          </a:lstStyle>
          <a:p xmlns:a="http://schemas.openxmlformats.org/drawingml/2006/main">
            <a:pPr>
              <a:defRPr sz="2025" b="1">
                <a:solidFill>
                  <a:srgbClr val="102A33"/>
                </a:solidFill>
              </a:defRPr>
            </a:pPr>
            <a:r>
              <a:rPr sz="2025" b="1">
                <a:solidFill>
                  <a:srgbClr val="102A33"/>
                </a:solidFill>
              </a:rPr>
              <a:t>Checking the result</a:t>
            </a:r>
          </a:p>
        </p:txBody>
      </p:sp>
      <p:sp>
        <p:nvSpPr>
          <p:cNvPr id="15" name="Establish what actually changed or failed.">
            <a:extLst xmlns:a="http://schemas.openxmlformats.org/drawingml/2006/main">
              <a:ext uri="{FF2B5EF4-FFF2-40B4-BE49-F238E27FC236}">
                <a16:creationId xmlns:a16="http://schemas.microsoft.com/office/drawing/2014/main" id="{869544E0-0E1A-46D5-B084-CDF4CAE64EC6}"/>
              </a:ext>
            </a:extLst>
          </p:cNvPr>
          <p:cNvSpPr>
            <a:spLocks xmlns:a="http://schemas.openxmlformats.org/drawingml/2006/main" noGrp="1"/>
          </p:cNvSpPr>
          <p:nvPr/>
        </p:nvSpPr>
        <p:spPr>
          <a:xfrm xmlns:a="http://schemas.openxmlformats.org/drawingml/2006/main">
            <a:off x="7181850" y="4295775"/>
            <a:ext cx="4143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76D"/>
                </a:solidFill>
              </a:defRPr>
            </a:defPPr>
            <a:lvl1pPr>
              <a:defRPr sz="1725" b="0">
                <a:solidFill>
                  <a:srgbClr val="52676D"/>
                </a:solidFill>
              </a:defRPr>
            </a:lvl1pPr>
            <a:lvl2pPr>
              <a:defRPr sz="1725" b="0">
                <a:solidFill>
                  <a:srgbClr val="52676D"/>
                </a:solidFill>
              </a:defRPr>
            </a:lvl2pPr>
            <a:lvl3pPr>
              <a:defRPr sz="1725" b="0">
                <a:solidFill>
                  <a:srgbClr val="52676D"/>
                </a:solidFill>
              </a:defRPr>
            </a:lvl3pPr>
            <a:lvl4pPr>
              <a:defRPr sz="1725" b="0">
                <a:solidFill>
                  <a:srgbClr val="52676D"/>
                </a:solidFill>
              </a:defRPr>
            </a:lvl4pPr>
            <a:lvl5pPr>
              <a:defRPr sz="1725" b="0">
                <a:solidFill>
                  <a:srgbClr val="52676D"/>
                </a:solidFill>
              </a:defRPr>
            </a:lvl5pPr>
            <a:lvl6pPr>
              <a:defRPr sz="1725" b="0">
                <a:solidFill>
                  <a:srgbClr val="52676D"/>
                </a:solidFill>
              </a:defRPr>
            </a:lvl6pPr>
            <a:lvl7pPr>
              <a:defRPr sz="1725" b="0">
                <a:solidFill>
                  <a:srgbClr val="52676D"/>
                </a:solidFill>
              </a:defRPr>
            </a:lvl7pPr>
            <a:lvl8pPr>
              <a:defRPr sz="1725" b="0">
                <a:solidFill>
                  <a:srgbClr val="52676D"/>
                </a:solidFill>
              </a:defRPr>
            </a:lvl8pPr>
            <a:lvl9pPr>
              <a:defRPr sz="1725" b="0">
                <a:solidFill>
                  <a:srgbClr val="52676D"/>
                </a:solidFill>
              </a:defRPr>
            </a:lvl9pPr>
          </a:lstStyle>
          <a:p xmlns:a="http://schemas.openxmlformats.org/drawingml/2006/main">
            <a:pPr>
              <a:defRPr sz="1725" b="0">
                <a:solidFill>
                  <a:srgbClr val="52676D"/>
                </a:solidFill>
              </a:defRPr>
            </a:pPr>
            <a:r>
              <a:rPr sz="1725" b="0">
                <a:solidFill>
                  <a:srgbClr val="52676D"/>
                </a:solidFill>
              </a:rPr>
              <a:t>Establish what actually changed or failed.</a:t>
            </a:r>
          </a:p>
        </p:txBody>
      </p:sp>
      <p:sp>
        <p:nvSpPr>
          <p:cNvPr id="16" name="04">
            <a:extLst xmlns:a="http://schemas.openxmlformats.org/drawingml/2006/main">
              <a:ext uri="{FF2B5EF4-FFF2-40B4-BE49-F238E27FC236}">
                <a16:creationId xmlns:a16="http://schemas.microsoft.com/office/drawing/2014/main" id="{CF1771AB-B493-4F4E-8170-6953324A0B44}"/>
              </a:ext>
            </a:extLst>
          </p:cNvPr>
          <p:cNvSpPr>
            <a:spLocks xmlns:a="http://schemas.openxmlformats.org/drawingml/2006/main" noGrp="1"/>
          </p:cNvSpPr>
          <p:nvPr/>
        </p:nvSpPr>
        <p:spPr>
          <a:xfrm xmlns:a="http://schemas.openxmlformats.org/drawingml/2006/main">
            <a:off x="6496050" y="4924425"/>
            <a:ext cx="53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7F8B"/>
                </a:solidFill>
              </a:defRPr>
            </a:defPPr>
            <a:lvl1pPr>
              <a:defRPr sz="1800" b="1">
                <a:solidFill>
                  <a:srgbClr val="007F8B"/>
                </a:solidFill>
              </a:defRPr>
            </a:lvl1pPr>
            <a:lvl2pPr>
              <a:defRPr sz="1800" b="1">
                <a:solidFill>
                  <a:srgbClr val="007F8B"/>
                </a:solidFill>
              </a:defRPr>
            </a:lvl2pPr>
            <a:lvl3pPr>
              <a:defRPr sz="1800" b="1">
                <a:solidFill>
                  <a:srgbClr val="007F8B"/>
                </a:solidFill>
              </a:defRPr>
            </a:lvl3pPr>
            <a:lvl4pPr>
              <a:defRPr sz="1800" b="1">
                <a:solidFill>
                  <a:srgbClr val="007F8B"/>
                </a:solidFill>
              </a:defRPr>
            </a:lvl4pPr>
            <a:lvl5pPr>
              <a:defRPr sz="1800" b="1">
                <a:solidFill>
                  <a:srgbClr val="007F8B"/>
                </a:solidFill>
              </a:defRPr>
            </a:lvl5pPr>
            <a:lvl6pPr>
              <a:defRPr sz="1800" b="1">
                <a:solidFill>
                  <a:srgbClr val="007F8B"/>
                </a:solidFill>
              </a:defRPr>
            </a:lvl6pPr>
            <a:lvl7pPr>
              <a:defRPr sz="1800" b="1">
                <a:solidFill>
                  <a:srgbClr val="007F8B"/>
                </a:solidFill>
              </a:defRPr>
            </a:lvl7pPr>
            <a:lvl8pPr>
              <a:defRPr sz="1800" b="1">
                <a:solidFill>
                  <a:srgbClr val="007F8B"/>
                </a:solidFill>
              </a:defRPr>
            </a:lvl8pPr>
            <a:lvl9pPr>
              <a:defRPr sz="1800" b="1">
                <a:solidFill>
                  <a:srgbClr val="007F8B"/>
                </a:solidFill>
              </a:defRPr>
            </a:lvl9pPr>
          </a:lstStyle>
          <a:p xmlns:a="http://schemas.openxmlformats.org/drawingml/2006/main">
            <a:pPr>
              <a:defRPr sz="1800" b="1">
                <a:solidFill>
                  <a:srgbClr val="007F8B"/>
                </a:solidFill>
              </a:defRPr>
            </a:pPr>
            <a:r>
              <a:rPr sz="1800" b="1">
                <a:solidFill>
                  <a:srgbClr val="007F8B"/>
                </a:solidFill>
              </a:rPr>
              <a:t>04</a:t>
            </a:r>
          </a:p>
        </p:txBody>
      </p:sp>
      <p:sp>
        <p:nvSpPr>
          <p:cNvPr id="17" name="Keeping control">
            <a:extLst xmlns:a="http://schemas.openxmlformats.org/drawingml/2006/main">
              <a:ext uri="{FF2B5EF4-FFF2-40B4-BE49-F238E27FC236}">
                <a16:creationId xmlns:a16="http://schemas.microsoft.com/office/drawing/2014/main" id="{726C806D-B010-4461-A984-0AA512E63CB5}"/>
              </a:ext>
            </a:extLst>
          </p:cNvPr>
          <p:cNvSpPr>
            <a:spLocks xmlns:a="http://schemas.openxmlformats.org/drawingml/2006/main" noGrp="1"/>
          </p:cNvSpPr>
          <p:nvPr/>
        </p:nvSpPr>
        <p:spPr>
          <a:xfrm xmlns:a="http://schemas.openxmlformats.org/drawingml/2006/main">
            <a:off x="7181850" y="4924425"/>
            <a:ext cx="414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02A33"/>
                </a:solidFill>
              </a:defRPr>
            </a:defPPr>
            <a:lvl1pPr>
              <a:defRPr sz="2025" b="1">
                <a:solidFill>
                  <a:srgbClr val="102A33"/>
                </a:solidFill>
              </a:defRPr>
            </a:lvl1pPr>
            <a:lvl2pPr>
              <a:defRPr sz="2025" b="1">
                <a:solidFill>
                  <a:srgbClr val="102A33"/>
                </a:solidFill>
              </a:defRPr>
            </a:lvl2pPr>
            <a:lvl3pPr>
              <a:defRPr sz="2025" b="1">
                <a:solidFill>
                  <a:srgbClr val="102A33"/>
                </a:solidFill>
              </a:defRPr>
            </a:lvl3pPr>
            <a:lvl4pPr>
              <a:defRPr sz="2025" b="1">
                <a:solidFill>
                  <a:srgbClr val="102A33"/>
                </a:solidFill>
              </a:defRPr>
            </a:lvl4pPr>
            <a:lvl5pPr>
              <a:defRPr sz="2025" b="1">
                <a:solidFill>
                  <a:srgbClr val="102A33"/>
                </a:solidFill>
              </a:defRPr>
            </a:lvl5pPr>
            <a:lvl6pPr>
              <a:defRPr sz="2025" b="1">
                <a:solidFill>
                  <a:srgbClr val="102A33"/>
                </a:solidFill>
              </a:defRPr>
            </a:lvl6pPr>
            <a:lvl7pPr>
              <a:defRPr sz="2025" b="1">
                <a:solidFill>
                  <a:srgbClr val="102A33"/>
                </a:solidFill>
              </a:defRPr>
            </a:lvl7pPr>
            <a:lvl8pPr>
              <a:defRPr sz="2025" b="1">
                <a:solidFill>
                  <a:srgbClr val="102A33"/>
                </a:solidFill>
              </a:defRPr>
            </a:lvl8pPr>
            <a:lvl9pPr>
              <a:defRPr sz="2025" b="1">
                <a:solidFill>
                  <a:srgbClr val="102A33"/>
                </a:solidFill>
              </a:defRPr>
            </a:lvl9pPr>
          </a:lstStyle>
          <a:p xmlns:a="http://schemas.openxmlformats.org/drawingml/2006/main">
            <a:pPr>
              <a:defRPr sz="2025" b="1">
                <a:solidFill>
                  <a:srgbClr val="102A33"/>
                </a:solidFill>
              </a:defRPr>
            </a:pPr>
            <a:r>
              <a:rPr sz="2025" b="1">
                <a:solidFill>
                  <a:srgbClr val="102A33"/>
                </a:solidFill>
              </a:rPr>
              <a:t>Keeping control</a:t>
            </a:r>
          </a:p>
        </p:txBody>
      </p:sp>
      <p:sp>
        <p:nvSpPr>
          <p:cNvPr id="18" name="Review sensitive actions before they run.">
            <a:extLst xmlns:a="http://schemas.openxmlformats.org/drawingml/2006/main">
              <a:ext uri="{FF2B5EF4-FFF2-40B4-BE49-F238E27FC236}">
                <a16:creationId xmlns:a16="http://schemas.microsoft.com/office/drawing/2014/main" id="{116F916F-2A87-4314-BC76-9ED9EBB0027E}"/>
              </a:ext>
            </a:extLst>
          </p:cNvPr>
          <p:cNvSpPr>
            <a:spLocks xmlns:a="http://schemas.openxmlformats.org/drawingml/2006/main" noGrp="1"/>
          </p:cNvSpPr>
          <p:nvPr/>
        </p:nvSpPr>
        <p:spPr>
          <a:xfrm xmlns:a="http://schemas.openxmlformats.org/drawingml/2006/main">
            <a:off x="7181850" y="5295900"/>
            <a:ext cx="4143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76D"/>
                </a:solidFill>
              </a:defRPr>
            </a:defPPr>
            <a:lvl1pPr>
              <a:defRPr sz="1725" b="0">
                <a:solidFill>
                  <a:srgbClr val="52676D"/>
                </a:solidFill>
              </a:defRPr>
            </a:lvl1pPr>
            <a:lvl2pPr>
              <a:defRPr sz="1725" b="0">
                <a:solidFill>
                  <a:srgbClr val="52676D"/>
                </a:solidFill>
              </a:defRPr>
            </a:lvl2pPr>
            <a:lvl3pPr>
              <a:defRPr sz="1725" b="0">
                <a:solidFill>
                  <a:srgbClr val="52676D"/>
                </a:solidFill>
              </a:defRPr>
            </a:lvl3pPr>
            <a:lvl4pPr>
              <a:defRPr sz="1725" b="0">
                <a:solidFill>
                  <a:srgbClr val="52676D"/>
                </a:solidFill>
              </a:defRPr>
            </a:lvl4pPr>
            <a:lvl5pPr>
              <a:defRPr sz="1725" b="0">
                <a:solidFill>
                  <a:srgbClr val="52676D"/>
                </a:solidFill>
              </a:defRPr>
            </a:lvl5pPr>
            <a:lvl6pPr>
              <a:defRPr sz="1725" b="0">
                <a:solidFill>
                  <a:srgbClr val="52676D"/>
                </a:solidFill>
              </a:defRPr>
            </a:lvl6pPr>
            <a:lvl7pPr>
              <a:defRPr sz="1725" b="0">
                <a:solidFill>
                  <a:srgbClr val="52676D"/>
                </a:solidFill>
              </a:defRPr>
            </a:lvl7pPr>
            <a:lvl8pPr>
              <a:defRPr sz="1725" b="0">
                <a:solidFill>
                  <a:srgbClr val="52676D"/>
                </a:solidFill>
              </a:defRPr>
            </a:lvl8pPr>
            <a:lvl9pPr>
              <a:defRPr sz="1725" b="0">
                <a:solidFill>
                  <a:srgbClr val="52676D"/>
                </a:solidFill>
              </a:defRPr>
            </a:lvl9pPr>
          </a:lstStyle>
          <a:p xmlns:a="http://schemas.openxmlformats.org/drawingml/2006/main">
            <a:pPr>
              <a:defRPr sz="1725" b="0">
                <a:solidFill>
                  <a:srgbClr val="52676D"/>
                </a:solidFill>
              </a:defRPr>
            </a:pPr>
            <a:r>
              <a:rPr sz="1725" b="0">
                <a:solidFill>
                  <a:srgbClr val="52676D"/>
                </a:solidFill>
              </a:rPr>
              <a:t>Review sensitive actions before they run.</a:t>
            </a:r>
          </a:p>
        </p:txBody>
      </p:sp>
    </p:spTree>
    <p:extLst>
      <p:ext uri="{BB962C8B-B14F-4D97-AF65-F5344CB8AC3E}">
        <p14:creationId xmlns:p14="http://schemas.microsoft.com/office/powerpoint/2010/main" val="435460269"/>
      </p:ext>
    </p:extLst>
  </p:cSld>
</p:sld>
</file>

<file path=ppt/slides/slide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 name="Realistic starting workflows">
            <a:extLst xmlns:a="http://schemas.openxmlformats.org/drawingml/2006/main">
              <a:ext uri="{FF2B5EF4-FFF2-40B4-BE49-F238E27FC236}">
                <a16:creationId xmlns:a16="http://schemas.microsoft.com/office/drawing/2014/main" id="{04224F5A-41FD-4E47-9D0F-4650CBBC47F8}"/>
              </a:ext>
            </a:extLst>
          </p:cNvPr>
          <p:cNvSpPr>
            <a:spLocks xmlns:a="http://schemas.openxmlformats.org/drawingml/2006/main" noGrp="1"/>
          </p:cNvSpPr>
          <p:nvPr/>
        </p:nvSpPr>
        <p:spPr>
          <a:xfrm xmlns:a="http://schemas.openxmlformats.org/drawingml/2006/main">
            <a:off x="685800" y="5524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A33"/>
                </a:solidFill>
              </a:defRPr>
            </a:defPPr>
            <a:lvl1pPr>
              <a:defRPr sz="3300" b="1">
                <a:solidFill>
                  <a:srgbClr val="102A33"/>
                </a:solidFill>
              </a:defRPr>
            </a:lvl1pPr>
            <a:lvl2pPr>
              <a:defRPr sz="3300" b="1">
                <a:solidFill>
                  <a:srgbClr val="102A33"/>
                </a:solidFill>
              </a:defRPr>
            </a:lvl2pPr>
            <a:lvl3pPr>
              <a:defRPr sz="3300" b="1">
                <a:solidFill>
                  <a:srgbClr val="102A33"/>
                </a:solidFill>
              </a:defRPr>
            </a:lvl3pPr>
            <a:lvl4pPr>
              <a:defRPr sz="3300" b="1">
                <a:solidFill>
                  <a:srgbClr val="102A33"/>
                </a:solidFill>
              </a:defRPr>
            </a:lvl4pPr>
            <a:lvl5pPr>
              <a:defRPr sz="3300" b="1">
                <a:solidFill>
                  <a:srgbClr val="102A33"/>
                </a:solidFill>
              </a:defRPr>
            </a:lvl5pPr>
            <a:lvl6pPr>
              <a:defRPr sz="3300" b="1">
                <a:solidFill>
                  <a:srgbClr val="102A33"/>
                </a:solidFill>
              </a:defRPr>
            </a:lvl6pPr>
            <a:lvl7pPr>
              <a:defRPr sz="3300" b="1">
                <a:solidFill>
                  <a:srgbClr val="102A33"/>
                </a:solidFill>
              </a:defRPr>
            </a:lvl7pPr>
            <a:lvl8pPr>
              <a:defRPr sz="3300" b="1">
                <a:solidFill>
                  <a:srgbClr val="102A33"/>
                </a:solidFill>
              </a:defRPr>
            </a:lvl8pPr>
            <a:lvl9pPr>
              <a:defRPr sz="3300" b="1">
                <a:solidFill>
                  <a:srgbClr val="102A33"/>
                </a:solidFill>
              </a:defRPr>
            </a:lvl9pPr>
          </a:lstStyle>
          <a:p xmlns:a="http://schemas.openxmlformats.org/drawingml/2006/main">
            <a:pPr>
              <a:defRPr sz="3300" b="1">
                <a:solidFill>
                  <a:srgbClr val="102A33"/>
                </a:solidFill>
              </a:defRPr>
            </a:pPr>
            <a:r>
              <a:rPr sz="3300" b="1">
                <a:solidFill>
                  <a:srgbClr val="102A33"/>
                </a:solidFill>
              </a:rPr>
              <a:t>Realistic starting workflows</a:t>
            </a:r>
          </a:p>
        </p:txBody>
      </p:sp>
      <p:sp>
        <p:nvSpPr>
          <p:cNvPr id="3" name="VANESSA">
            <a:extLst xmlns:a="http://schemas.openxmlformats.org/drawingml/2006/main">
              <a:ext uri="{FF2B5EF4-FFF2-40B4-BE49-F238E27FC236}">
                <a16:creationId xmlns:a16="http://schemas.microsoft.com/office/drawing/2014/main" id="{4A56C045-F9FF-4442-B634-15C850B349AC}"/>
              </a:ext>
            </a:extLst>
          </p:cNvPr>
          <p:cNvSpPr>
            <a:spLocks xmlns:a="http://schemas.openxmlformats.org/drawingml/2006/main" noGrp="1"/>
          </p:cNvSpPr>
          <p:nvPr/>
        </p:nvSpPr>
        <p:spPr>
          <a:xfrm xmlns:a="http://schemas.openxmlformats.org/drawingml/2006/main">
            <a:off x="685800" y="641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2676D"/>
                </a:solidFill>
              </a:defRPr>
            </a:defPPr>
            <a:lvl1pPr>
              <a:defRPr sz="1125" b="1">
                <a:solidFill>
                  <a:srgbClr val="52676D"/>
                </a:solidFill>
              </a:defRPr>
            </a:lvl1pPr>
            <a:lvl2pPr>
              <a:defRPr sz="1125" b="1">
                <a:solidFill>
                  <a:srgbClr val="52676D"/>
                </a:solidFill>
              </a:defRPr>
            </a:lvl2pPr>
            <a:lvl3pPr>
              <a:defRPr sz="1125" b="1">
                <a:solidFill>
                  <a:srgbClr val="52676D"/>
                </a:solidFill>
              </a:defRPr>
            </a:lvl3pPr>
            <a:lvl4pPr>
              <a:defRPr sz="1125" b="1">
                <a:solidFill>
                  <a:srgbClr val="52676D"/>
                </a:solidFill>
              </a:defRPr>
            </a:lvl4pPr>
            <a:lvl5pPr>
              <a:defRPr sz="1125" b="1">
                <a:solidFill>
                  <a:srgbClr val="52676D"/>
                </a:solidFill>
              </a:defRPr>
            </a:lvl5pPr>
            <a:lvl6pPr>
              <a:defRPr sz="1125" b="1">
                <a:solidFill>
                  <a:srgbClr val="52676D"/>
                </a:solidFill>
              </a:defRPr>
            </a:lvl6pPr>
            <a:lvl7pPr>
              <a:defRPr sz="1125" b="1">
                <a:solidFill>
                  <a:srgbClr val="52676D"/>
                </a:solidFill>
              </a:defRPr>
            </a:lvl7pPr>
            <a:lvl8pPr>
              <a:defRPr sz="1125" b="1">
                <a:solidFill>
                  <a:srgbClr val="52676D"/>
                </a:solidFill>
              </a:defRPr>
            </a:lvl8pPr>
            <a:lvl9pPr>
              <a:defRPr sz="1125" b="1">
                <a:solidFill>
                  <a:srgbClr val="52676D"/>
                </a:solidFill>
              </a:defRPr>
            </a:lvl9pPr>
          </a:lstStyle>
          <a:p xmlns:a="http://schemas.openxmlformats.org/drawingml/2006/main">
            <a:pPr>
              <a:defRPr sz="1125" b="1">
                <a:solidFill>
                  <a:srgbClr val="52676D"/>
                </a:solidFill>
              </a:defRPr>
            </a:pPr>
            <a:r>
              <a:rPr sz="1125" b="1">
                <a:solidFill>
                  <a:srgbClr val="52676D"/>
                </a:solidFill>
              </a:rPr>
              <a:t>VANESSA</a:t>
            </a:r>
          </a:p>
        </p:txBody>
      </p:sp>
      <p:sp>
        <p:nvSpPr>
          <p:cNvPr id="4" name="03 / 11">
            <a:extLst xmlns:a="http://schemas.openxmlformats.org/drawingml/2006/main">
              <a:ext uri="{FF2B5EF4-FFF2-40B4-BE49-F238E27FC236}">
                <a16:creationId xmlns:a16="http://schemas.microsoft.com/office/drawing/2014/main" id="{E7F1A162-58EB-4A4D-8D56-620A7BB411B4}"/>
              </a:ext>
            </a:extLst>
          </p:cNvPr>
          <p:cNvSpPr>
            <a:spLocks xmlns:a="http://schemas.openxmlformats.org/drawingml/2006/main" noGrp="1"/>
          </p:cNvSpPr>
          <p:nvPr/>
        </p:nvSpPr>
        <p:spPr>
          <a:xfrm xmlns:a="http://schemas.openxmlformats.org/drawingml/2006/main">
            <a:off x="10648950" y="64198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6D"/>
                </a:solidFill>
              </a:defRPr>
            </a:defPPr>
            <a:lvl1pPr>
              <a:defRPr sz="1125" b="0">
                <a:solidFill>
                  <a:srgbClr val="52676D"/>
                </a:solidFill>
              </a:defRPr>
            </a:lvl1pPr>
            <a:lvl2pPr>
              <a:defRPr sz="1125" b="0">
                <a:solidFill>
                  <a:srgbClr val="52676D"/>
                </a:solidFill>
              </a:defRPr>
            </a:lvl2pPr>
            <a:lvl3pPr>
              <a:defRPr sz="1125" b="0">
                <a:solidFill>
                  <a:srgbClr val="52676D"/>
                </a:solidFill>
              </a:defRPr>
            </a:lvl3pPr>
            <a:lvl4pPr>
              <a:defRPr sz="1125" b="0">
                <a:solidFill>
                  <a:srgbClr val="52676D"/>
                </a:solidFill>
              </a:defRPr>
            </a:lvl4pPr>
            <a:lvl5pPr>
              <a:defRPr sz="1125" b="0">
                <a:solidFill>
                  <a:srgbClr val="52676D"/>
                </a:solidFill>
              </a:defRPr>
            </a:lvl5pPr>
            <a:lvl6pPr>
              <a:defRPr sz="1125" b="0">
                <a:solidFill>
                  <a:srgbClr val="52676D"/>
                </a:solidFill>
              </a:defRPr>
            </a:lvl6pPr>
            <a:lvl7pPr>
              <a:defRPr sz="1125" b="0">
                <a:solidFill>
                  <a:srgbClr val="52676D"/>
                </a:solidFill>
              </a:defRPr>
            </a:lvl7pPr>
            <a:lvl8pPr>
              <a:defRPr sz="1125" b="0">
                <a:solidFill>
                  <a:srgbClr val="52676D"/>
                </a:solidFill>
              </a:defRPr>
            </a:lvl8pPr>
            <a:lvl9pPr>
              <a:defRPr sz="1125" b="0">
                <a:solidFill>
                  <a:srgbClr val="52676D"/>
                </a:solidFill>
              </a:defRPr>
            </a:lvl9pPr>
          </a:lstStyle>
          <a:p xmlns:a="http://schemas.openxmlformats.org/drawingml/2006/main">
            <a:pPr>
              <a:defRPr sz="1125" b="0">
                <a:solidFill>
                  <a:srgbClr val="52676D"/>
                </a:solidFill>
              </a:defRPr>
            </a:pPr>
            <a:r>
              <a:rPr sz="1125" b="0">
                <a:solidFill>
                  <a:srgbClr val="52676D"/>
                </a:solidFill>
              </a:rPr>
              <a:t>03 / 11</a:t>
            </a:r>
          </a:p>
        </p:txBody>
      </p:sp>
      <p:sp>
        <p:nvSpPr>
          <p:cNvPr id="5" name="Example request">
            <a:extLst xmlns:a="http://schemas.openxmlformats.org/drawingml/2006/main">
              <a:ext uri="{FF2B5EF4-FFF2-40B4-BE49-F238E27FC236}">
                <a16:creationId xmlns:a16="http://schemas.microsoft.com/office/drawing/2014/main" id="{E061CD0A-71D5-48E8-A4CD-3AB9B75E3251}"/>
              </a:ext>
            </a:extLst>
          </p:cNvPr>
          <p:cNvSpPr>
            <a:spLocks xmlns:a="http://schemas.openxmlformats.org/drawingml/2006/main" noGrp="1"/>
          </p:cNvSpPr>
          <p:nvPr/>
        </p:nvSpPr>
        <p:spPr>
          <a:xfrm xmlns:a="http://schemas.openxmlformats.org/drawingml/2006/main">
            <a:off x="685800" y="1743075"/>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2676D"/>
                </a:solidFill>
              </a:defRPr>
            </a:defPPr>
            <a:lvl1pPr>
              <a:defRPr sz="1500" b="1">
                <a:solidFill>
                  <a:srgbClr val="52676D"/>
                </a:solidFill>
              </a:defRPr>
            </a:lvl1pPr>
            <a:lvl2pPr>
              <a:defRPr sz="1500" b="1">
                <a:solidFill>
                  <a:srgbClr val="52676D"/>
                </a:solidFill>
              </a:defRPr>
            </a:lvl2pPr>
            <a:lvl3pPr>
              <a:defRPr sz="1500" b="1">
                <a:solidFill>
                  <a:srgbClr val="52676D"/>
                </a:solidFill>
              </a:defRPr>
            </a:lvl3pPr>
            <a:lvl4pPr>
              <a:defRPr sz="1500" b="1">
                <a:solidFill>
                  <a:srgbClr val="52676D"/>
                </a:solidFill>
              </a:defRPr>
            </a:lvl4pPr>
            <a:lvl5pPr>
              <a:defRPr sz="1500" b="1">
                <a:solidFill>
                  <a:srgbClr val="52676D"/>
                </a:solidFill>
              </a:defRPr>
            </a:lvl5pPr>
            <a:lvl6pPr>
              <a:defRPr sz="1500" b="1">
                <a:solidFill>
                  <a:srgbClr val="52676D"/>
                </a:solidFill>
              </a:defRPr>
            </a:lvl6pPr>
            <a:lvl7pPr>
              <a:defRPr sz="1500" b="1">
                <a:solidFill>
                  <a:srgbClr val="52676D"/>
                </a:solidFill>
              </a:defRPr>
            </a:lvl7pPr>
            <a:lvl8pPr>
              <a:defRPr sz="1500" b="1">
                <a:solidFill>
                  <a:srgbClr val="52676D"/>
                </a:solidFill>
              </a:defRPr>
            </a:lvl8pPr>
            <a:lvl9pPr>
              <a:defRPr sz="1500" b="1">
                <a:solidFill>
                  <a:srgbClr val="52676D"/>
                </a:solidFill>
              </a:defRPr>
            </a:lvl9pPr>
          </a:lstStyle>
          <a:p xmlns:a="http://schemas.openxmlformats.org/drawingml/2006/main">
            <a:pPr>
              <a:defRPr sz="1500" b="1">
                <a:solidFill>
                  <a:srgbClr val="52676D"/>
                </a:solidFill>
              </a:defRPr>
            </a:pPr>
            <a:r>
              <a:rPr sz="1500" b="1">
                <a:solidFill>
                  <a:srgbClr val="52676D"/>
                </a:solidFill>
              </a:rPr>
              <a:t>Example request</a:t>
            </a:r>
          </a:p>
        </p:txBody>
      </p:sp>
      <p:sp>
        <p:nvSpPr>
          <p:cNvPr id="6" name="Supported outcome">
            <a:extLst xmlns:a="http://schemas.openxmlformats.org/drawingml/2006/main">
              <a:ext uri="{FF2B5EF4-FFF2-40B4-BE49-F238E27FC236}">
                <a16:creationId xmlns:a16="http://schemas.microsoft.com/office/drawing/2014/main" id="{10F0CE0B-E039-4A68-9522-02CAC54A62DC}"/>
              </a:ext>
            </a:extLst>
          </p:cNvPr>
          <p:cNvSpPr>
            <a:spLocks xmlns:a="http://schemas.openxmlformats.org/drawingml/2006/main" noGrp="1"/>
          </p:cNvSpPr>
          <p:nvPr/>
        </p:nvSpPr>
        <p:spPr>
          <a:xfrm xmlns:a="http://schemas.openxmlformats.org/drawingml/2006/main">
            <a:off x="6553200" y="174307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2676D"/>
                </a:solidFill>
              </a:defRPr>
            </a:defPPr>
            <a:lvl1pPr>
              <a:defRPr sz="1500" b="1">
                <a:solidFill>
                  <a:srgbClr val="52676D"/>
                </a:solidFill>
              </a:defRPr>
            </a:lvl1pPr>
            <a:lvl2pPr>
              <a:defRPr sz="1500" b="1">
                <a:solidFill>
                  <a:srgbClr val="52676D"/>
                </a:solidFill>
              </a:defRPr>
            </a:lvl2pPr>
            <a:lvl3pPr>
              <a:defRPr sz="1500" b="1">
                <a:solidFill>
                  <a:srgbClr val="52676D"/>
                </a:solidFill>
              </a:defRPr>
            </a:lvl3pPr>
            <a:lvl4pPr>
              <a:defRPr sz="1500" b="1">
                <a:solidFill>
                  <a:srgbClr val="52676D"/>
                </a:solidFill>
              </a:defRPr>
            </a:lvl4pPr>
            <a:lvl5pPr>
              <a:defRPr sz="1500" b="1">
                <a:solidFill>
                  <a:srgbClr val="52676D"/>
                </a:solidFill>
              </a:defRPr>
            </a:lvl5pPr>
            <a:lvl6pPr>
              <a:defRPr sz="1500" b="1">
                <a:solidFill>
                  <a:srgbClr val="52676D"/>
                </a:solidFill>
              </a:defRPr>
            </a:lvl6pPr>
            <a:lvl7pPr>
              <a:defRPr sz="1500" b="1">
                <a:solidFill>
                  <a:srgbClr val="52676D"/>
                </a:solidFill>
              </a:defRPr>
            </a:lvl7pPr>
            <a:lvl8pPr>
              <a:defRPr sz="1500" b="1">
                <a:solidFill>
                  <a:srgbClr val="52676D"/>
                </a:solidFill>
              </a:defRPr>
            </a:lvl8pPr>
            <a:lvl9pPr>
              <a:defRPr sz="1500" b="1">
                <a:solidFill>
                  <a:srgbClr val="52676D"/>
                </a:solidFill>
              </a:defRPr>
            </a:lvl9pPr>
          </a:lstStyle>
          <a:p xmlns:a="http://schemas.openxmlformats.org/drawingml/2006/main">
            <a:pPr>
              <a:defRPr sz="1500" b="1">
                <a:solidFill>
                  <a:srgbClr val="52676D"/>
                </a:solidFill>
              </a:defRPr>
            </a:pPr>
            <a:r>
              <a:rPr sz="1500" b="1">
                <a:solidFill>
                  <a:srgbClr val="52676D"/>
                </a:solidFill>
              </a:rPr>
              <a:t>Supported outcome</a:t>
            </a:r>
          </a:p>
        </p:txBody>
      </p:sp>
      <p:sp>
        <p:nvSpPr>
          <p:cNvPr id="7" name="Workspace preparation">
            <a:extLst xmlns:a="http://schemas.openxmlformats.org/drawingml/2006/main">
              <a:ext uri="{FF2B5EF4-FFF2-40B4-BE49-F238E27FC236}">
                <a16:creationId xmlns:a16="http://schemas.microsoft.com/office/drawing/2014/main" id="{366B840F-E5EB-4A9A-9931-72A563257799}"/>
              </a:ext>
            </a:extLst>
          </p:cNvPr>
          <p:cNvSpPr>
            <a:spLocks xmlns:a="http://schemas.openxmlformats.org/drawingml/2006/main" noGrp="1"/>
          </p:cNvSpPr>
          <p:nvPr/>
        </p:nvSpPr>
        <p:spPr>
          <a:xfrm xmlns:a="http://schemas.openxmlformats.org/drawingml/2006/main">
            <a:off x="685800" y="2276475"/>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F8B"/>
                </a:solidFill>
              </a:defRPr>
            </a:defPPr>
            <a:lvl1pPr>
              <a:defRPr sz="1875" b="1">
                <a:solidFill>
                  <a:srgbClr val="007F8B"/>
                </a:solidFill>
              </a:defRPr>
            </a:lvl1pPr>
            <a:lvl2pPr>
              <a:defRPr sz="1875" b="1">
                <a:solidFill>
                  <a:srgbClr val="007F8B"/>
                </a:solidFill>
              </a:defRPr>
            </a:lvl2pPr>
            <a:lvl3pPr>
              <a:defRPr sz="1875" b="1">
                <a:solidFill>
                  <a:srgbClr val="007F8B"/>
                </a:solidFill>
              </a:defRPr>
            </a:lvl3pPr>
            <a:lvl4pPr>
              <a:defRPr sz="1875" b="1">
                <a:solidFill>
                  <a:srgbClr val="007F8B"/>
                </a:solidFill>
              </a:defRPr>
            </a:lvl4pPr>
            <a:lvl5pPr>
              <a:defRPr sz="1875" b="1">
                <a:solidFill>
                  <a:srgbClr val="007F8B"/>
                </a:solidFill>
              </a:defRPr>
            </a:lvl5pPr>
            <a:lvl6pPr>
              <a:defRPr sz="1875" b="1">
                <a:solidFill>
                  <a:srgbClr val="007F8B"/>
                </a:solidFill>
              </a:defRPr>
            </a:lvl6pPr>
            <a:lvl7pPr>
              <a:defRPr sz="1875" b="1">
                <a:solidFill>
                  <a:srgbClr val="007F8B"/>
                </a:solidFill>
              </a:defRPr>
            </a:lvl7pPr>
            <a:lvl8pPr>
              <a:defRPr sz="1875" b="1">
                <a:solidFill>
                  <a:srgbClr val="007F8B"/>
                </a:solidFill>
              </a:defRPr>
            </a:lvl8pPr>
            <a:lvl9pPr>
              <a:defRPr sz="1875" b="1">
                <a:solidFill>
                  <a:srgbClr val="007F8B"/>
                </a:solidFill>
              </a:defRPr>
            </a:lvl9pPr>
          </a:lstStyle>
          <a:p xmlns:a="http://schemas.openxmlformats.org/drawingml/2006/main">
            <a:pPr>
              <a:defRPr sz="1875" b="1">
                <a:solidFill>
                  <a:srgbClr val="007F8B"/>
                </a:solidFill>
              </a:defRPr>
            </a:pPr>
            <a:r>
              <a:rPr sz="1875" b="1">
                <a:solidFill>
                  <a:srgbClr val="007F8B"/>
                </a:solidFill>
              </a:rPr>
              <a:t>Workspace preparation</a:t>
            </a:r>
          </a:p>
        </p:txBody>
      </p:sp>
      <p:sp>
        <p:nvSpPr>
          <p:cNvPr id="8" name="“Open my project folder and VS Code.”">
            <a:extLst xmlns:a="http://schemas.openxmlformats.org/drawingml/2006/main">
              <a:ext uri="{FF2B5EF4-FFF2-40B4-BE49-F238E27FC236}">
                <a16:creationId xmlns:a16="http://schemas.microsoft.com/office/drawing/2014/main" id="{A113B28A-2AA0-4F91-B4E1-8A6B1A8B6A15}"/>
              </a:ext>
            </a:extLst>
          </p:cNvPr>
          <p:cNvSpPr>
            <a:spLocks xmlns:a="http://schemas.openxmlformats.org/drawingml/2006/main" noGrp="1"/>
          </p:cNvSpPr>
          <p:nvPr/>
        </p:nvSpPr>
        <p:spPr>
          <a:xfrm xmlns:a="http://schemas.openxmlformats.org/drawingml/2006/main">
            <a:off x="685800" y="2676525"/>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02A33"/>
                </a:solidFill>
              </a:defRPr>
            </a:defPPr>
            <a:lvl1pPr>
              <a:defRPr sz="2100" b="1">
                <a:solidFill>
                  <a:srgbClr val="102A33"/>
                </a:solidFill>
              </a:defRPr>
            </a:lvl1pPr>
            <a:lvl2pPr>
              <a:defRPr sz="2100" b="1">
                <a:solidFill>
                  <a:srgbClr val="102A33"/>
                </a:solidFill>
              </a:defRPr>
            </a:lvl2pPr>
            <a:lvl3pPr>
              <a:defRPr sz="2100" b="1">
                <a:solidFill>
                  <a:srgbClr val="102A33"/>
                </a:solidFill>
              </a:defRPr>
            </a:lvl3pPr>
            <a:lvl4pPr>
              <a:defRPr sz="2100" b="1">
                <a:solidFill>
                  <a:srgbClr val="102A33"/>
                </a:solidFill>
              </a:defRPr>
            </a:lvl4pPr>
            <a:lvl5pPr>
              <a:defRPr sz="2100" b="1">
                <a:solidFill>
                  <a:srgbClr val="102A33"/>
                </a:solidFill>
              </a:defRPr>
            </a:lvl5pPr>
            <a:lvl6pPr>
              <a:defRPr sz="2100" b="1">
                <a:solidFill>
                  <a:srgbClr val="102A33"/>
                </a:solidFill>
              </a:defRPr>
            </a:lvl6pPr>
            <a:lvl7pPr>
              <a:defRPr sz="2100" b="1">
                <a:solidFill>
                  <a:srgbClr val="102A33"/>
                </a:solidFill>
              </a:defRPr>
            </a:lvl7pPr>
            <a:lvl8pPr>
              <a:defRPr sz="2100" b="1">
                <a:solidFill>
                  <a:srgbClr val="102A33"/>
                </a:solidFill>
              </a:defRPr>
            </a:lvl8pPr>
            <a:lvl9pPr>
              <a:defRPr sz="2100" b="1">
                <a:solidFill>
                  <a:srgbClr val="102A33"/>
                </a:solidFill>
              </a:defRPr>
            </a:lvl9pPr>
          </a:lstStyle>
          <a:p xmlns:a="http://schemas.openxmlformats.org/drawingml/2006/main">
            <a:pPr>
              <a:defRPr sz="2100" b="1">
                <a:solidFill>
                  <a:srgbClr val="102A33"/>
                </a:solidFill>
              </a:defRPr>
            </a:pPr>
            <a:r>
              <a:rPr sz="2100" b="1">
                <a:solidFill>
                  <a:srgbClr val="102A33"/>
                </a:solidFill>
              </a:rPr>
              <a:t>“Open my project folder and VS Code.”</a:t>
            </a:r>
          </a:p>
        </p:txBody>
      </p:sp>
      <p:sp>
        <p:nvSpPr>
          <p:cNvPr id="9" name="Resolve an approved project path, then reques">
            <a:extLst xmlns:a="http://schemas.openxmlformats.org/drawingml/2006/main">
              <a:ext uri="{FF2B5EF4-FFF2-40B4-BE49-F238E27FC236}">
                <a16:creationId xmlns:a16="http://schemas.microsoft.com/office/drawing/2014/main" id="{F59F655E-4B61-43E1-8D94-BBCF93868F28}"/>
              </a:ext>
            </a:extLst>
          </p:cNvPr>
          <p:cNvSpPr>
            <a:spLocks xmlns:a="http://schemas.openxmlformats.org/drawingml/2006/main" noGrp="1"/>
          </p:cNvSpPr>
          <p:nvPr/>
        </p:nvSpPr>
        <p:spPr>
          <a:xfrm xmlns:a="http://schemas.openxmlformats.org/drawingml/2006/main">
            <a:off x="6553200" y="238125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Resolve an approved project path, then request the relevant desktop launch.</a:t>
            </a:r>
          </a:p>
        </p:txBody>
      </p:sp>
      <p:sp>
        <p:nvSpPr>
          <p:cNvPr id="10" name="">
            <a:extLst xmlns:a="http://schemas.openxmlformats.org/drawingml/2006/main">
              <a:ext uri="{FF2B5EF4-FFF2-40B4-BE49-F238E27FC236}">
                <a16:creationId xmlns:a16="http://schemas.microsoft.com/office/drawing/2014/main" id="{4B586494-16EF-4E1B-AB40-2B8EC6135E53}"/>
              </a:ext>
            </a:extLst>
          </p:cNvPr>
          <p:cNvSpPr>
            <a:spLocks xmlns:a="http://schemas.openxmlformats.org/drawingml/2006/main" noGrp="1"/>
          </p:cNvSpPr>
          <p:nvPr/>
        </p:nvSpPr>
        <p:spPr>
          <a:xfrm xmlns:a="http://schemas.openxmlformats.org/drawingml/2006/main">
            <a:off x="685800" y="3409950"/>
            <a:ext cx="10820400" cy="0"/>
          </a:xfrm>
          <a:prstGeom xmlns:a="http://schemas.openxmlformats.org/drawingml/2006/main" prst="line">
            <a:avLst/>
          </a:prstGeom>
          <a:noFill xmlns:a="http://schemas.openxmlformats.org/drawingml/2006/main"/>
          <a:ln xmlns:a="http://schemas.openxmlformats.org/drawingml/2006/main" w="9525">
            <a:solidFill>
              <a:srgbClr val="CCD6D4"/>
            </a:solidFill>
          </a:ln>
        </p:spPr>
      </p:sp>
      <p:sp>
        <p:nvSpPr>
          <p:cNvPr id="11" name="File inspection">
            <a:extLst xmlns:a="http://schemas.openxmlformats.org/drawingml/2006/main">
              <a:ext uri="{FF2B5EF4-FFF2-40B4-BE49-F238E27FC236}">
                <a16:creationId xmlns:a16="http://schemas.microsoft.com/office/drawing/2014/main" id="{E81FD74D-E674-497A-9151-AD3C5165020A}"/>
              </a:ext>
            </a:extLst>
          </p:cNvPr>
          <p:cNvSpPr>
            <a:spLocks xmlns:a="http://schemas.openxmlformats.org/drawingml/2006/main" noGrp="1"/>
          </p:cNvSpPr>
          <p:nvPr/>
        </p:nvSpPr>
        <p:spPr>
          <a:xfrm xmlns:a="http://schemas.openxmlformats.org/drawingml/2006/main">
            <a:off x="685800" y="3543300"/>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F8B"/>
                </a:solidFill>
              </a:defRPr>
            </a:defPPr>
            <a:lvl1pPr>
              <a:defRPr sz="1875" b="1">
                <a:solidFill>
                  <a:srgbClr val="007F8B"/>
                </a:solidFill>
              </a:defRPr>
            </a:lvl1pPr>
            <a:lvl2pPr>
              <a:defRPr sz="1875" b="1">
                <a:solidFill>
                  <a:srgbClr val="007F8B"/>
                </a:solidFill>
              </a:defRPr>
            </a:lvl2pPr>
            <a:lvl3pPr>
              <a:defRPr sz="1875" b="1">
                <a:solidFill>
                  <a:srgbClr val="007F8B"/>
                </a:solidFill>
              </a:defRPr>
            </a:lvl3pPr>
            <a:lvl4pPr>
              <a:defRPr sz="1875" b="1">
                <a:solidFill>
                  <a:srgbClr val="007F8B"/>
                </a:solidFill>
              </a:defRPr>
            </a:lvl4pPr>
            <a:lvl5pPr>
              <a:defRPr sz="1875" b="1">
                <a:solidFill>
                  <a:srgbClr val="007F8B"/>
                </a:solidFill>
              </a:defRPr>
            </a:lvl5pPr>
            <a:lvl6pPr>
              <a:defRPr sz="1875" b="1">
                <a:solidFill>
                  <a:srgbClr val="007F8B"/>
                </a:solidFill>
              </a:defRPr>
            </a:lvl6pPr>
            <a:lvl7pPr>
              <a:defRPr sz="1875" b="1">
                <a:solidFill>
                  <a:srgbClr val="007F8B"/>
                </a:solidFill>
              </a:defRPr>
            </a:lvl7pPr>
            <a:lvl8pPr>
              <a:defRPr sz="1875" b="1">
                <a:solidFill>
                  <a:srgbClr val="007F8B"/>
                </a:solidFill>
              </a:defRPr>
            </a:lvl8pPr>
            <a:lvl9pPr>
              <a:defRPr sz="1875" b="1">
                <a:solidFill>
                  <a:srgbClr val="007F8B"/>
                </a:solidFill>
              </a:defRPr>
            </a:lvl9pPr>
          </a:lstStyle>
          <a:p xmlns:a="http://schemas.openxmlformats.org/drawingml/2006/main">
            <a:pPr>
              <a:defRPr sz="1875" b="1">
                <a:solidFill>
                  <a:srgbClr val="007F8B"/>
                </a:solidFill>
              </a:defRPr>
            </a:pPr>
            <a:r>
              <a:rPr sz="1875" b="1">
                <a:solidFill>
                  <a:srgbClr val="007F8B"/>
                </a:solidFill>
              </a:rPr>
              <a:t>File inspection</a:t>
            </a:r>
          </a:p>
        </p:txBody>
      </p:sp>
      <p:sp>
        <p:nvSpPr>
          <p:cNvPr id="12" name="“Inspect this CSV and show its structure.”">
            <a:extLst xmlns:a="http://schemas.openxmlformats.org/drawingml/2006/main">
              <a:ext uri="{FF2B5EF4-FFF2-40B4-BE49-F238E27FC236}">
                <a16:creationId xmlns:a16="http://schemas.microsoft.com/office/drawing/2014/main" id="{E974D86B-852C-4144-B0A8-A5B93F9E9D88}"/>
              </a:ext>
            </a:extLst>
          </p:cNvPr>
          <p:cNvSpPr>
            <a:spLocks xmlns:a="http://schemas.openxmlformats.org/drawingml/2006/main" noGrp="1"/>
          </p:cNvSpPr>
          <p:nvPr/>
        </p:nvSpPr>
        <p:spPr>
          <a:xfrm xmlns:a="http://schemas.openxmlformats.org/drawingml/2006/main">
            <a:off x="685800" y="3943350"/>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02A33"/>
                </a:solidFill>
              </a:defRPr>
            </a:defPPr>
            <a:lvl1pPr>
              <a:defRPr sz="2100" b="1">
                <a:solidFill>
                  <a:srgbClr val="102A33"/>
                </a:solidFill>
              </a:defRPr>
            </a:lvl1pPr>
            <a:lvl2pPr>
              <a:defRPr sz="2100" b="1">
                <a:solidFill>
                  <a:srgbClr val="102A33"/>
                </a:solidFill>
              </a:defRPr>
            </a:lvl2pPr>
            <a:lvl3pPr>
              <a:defRPr sz="2100" b="1">
                <a:solidFill>
                  <a:srgbClr val="102A33"/>
                </a:solidFill>
              </a:defRPr>
            </a:lvl3pPr>
            <a:lvl4pPr>
              <a:defRPr sz="2100" b="1">
                <a:solidFill>
                  <a:srgbClr val="102A33"/>
                </a:solidFill>
              </a:defRPr>
            </a:lvl4pPr>
            <a:lvl5pPr>
              <a:defRPr sz="2100" b="1">
                <a:solidFill>
                  <a:srgbClr val="102A33"/>
                </a:solidFill>
              </a:defRPr>
            </a:lvl5pPr>
            <a:lvl6pPr>
              <a:defRPr sz="2100" b="1">
                <a:solidFill>
                  <a:srgbClr val="102A33"/>
                </a:solidFill>
              </a:defRPr>
            </a:lvl6pPr>
            <a:lvl7pPr>
              <a:defRPr sz="2100" b="1">
                <a:solidFill>
                  <a:srgbClr val="102A33"/>
                </a:solidFill>
              </a:defRPr>
            </a:lvl7pPr>
            <a:lvl8pPr>
              <a:defRPr sz="2100" b="1">
                <a:solidFill>
                  <a:srgbClr val="102A33"/>
                </a:solidFill>
              </a:defRPr>
            </a:lvl8pPr>
            <a:lvl9pPr>
              <a:defRPr sz="2100" b="1">
                <a:solidFill>
                  <a:srgbClr val="102A33"/>
                </a:solidFill>
              </a:defRPr>
            </a:lvl9pPr>
          </a:lstStyle>
          <a:p xmlns:a="http://schemas.openxmlformats.org/drawingml/2006/main">
            <a:pPr>
              <a:defRPr sz="2100" b="1">
                <a:solidFill>
                  <a:srgbClr val="102A33"/>
                </a:solidFill>
              </a:defRPr>
            </a:pPr>
            <a:r>
              <a:rPr sz="2100" b="1">
                <a:solidFill>
                  <a:srgbClr val="102A33"/>
                </a:solidFill>
              </a:rPr>
              <a:t>“Inspect this CSV and show its structure.”</a:t>
            </a:r>
          </a:p>
        </p:txBody>
      </p:sp>
      <p:sp>
        <p:nvSpPr>
          <p:cNvPr id="13" name="Read a bounded text/CSV preview and return me">
            <a:extLst xmlns:a="http://schemas.openxmlformats.org/drawingml/2006/main">
              <a:ext uri="{FF2B5EF4-FFF2-40B4-BE49-F238E27FC236}">
                <a16:creationId xmlns:a16="http://schemas.microsoft.com/office/drawing/2014/main" id="{2DFD3C20-8DDF-491F-A45E-70AD124AC742}"/>
              </a:ext>
            </a:extLst>
          </p:cNvPr>
          <p:cNvSpPr>
            <a:spLocks xmlns:a="http://schemas.openxmlformats.org/drawingml/2006/main" noGrp="1"/>
          </p:cNvSpPr>
          <p:nvPr/>
        </p:nvSpPr>
        <p:spPr>
          <a:xfrm xmlns:a="http://schemas.openxmlformats.org/drawingml/2006/main">
            <a:off x="6553200" y="36480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Read a bounded text/CSV preview and return metadata, content and truncation status.</a:t>
            </a:r>
          </a:p>
        </p:txBody>
      </p:sp>
      <p:sp>
        <p:nvSpPr>
          <p:cNvPr id="14" name="">
            <a:extLst xmlns:a="http://schemas.openxmlformats.org/drawingml/2006/main">
              <a:ext uri="{FF2B5EF4-FFF2-40B4-BE49-F238E27FC236}">
                <a16:creationId xmlns:a16="http://schemas.microsoft.com/office/drawing/2014/main" id="{98ECD89A-B550-44EF-A302-B54945175808}"/>
              </a:ext>
            </a:extLst>
          </p:cNvPr>
          <p:cNvSpPr>
            <a:spLocks xmlns:a="http://schemas.openxmlformats.org/drawingml/2006/main" noGrp="1"/>
          </p:cNvSpPr>
          <p:nvPr/>
        </p:nvSpPr>
        <p:spPr>
          <a:xfrm xmlns:a="http://schemas.openxmlformats.org/drawingml/2006/main">
            <a:off x="685800" y="4676775"/>
            <a:ext cx="10820400" cy="0"/>
          </a:xfrm>
          <a:prstGeom xmlns:a="http://schemas.openxmlformats.org/drawingml/2006/main" prst="line">
            <a:avLst/>
          </a:prstGeom>
          <a:noFill xmlns:a="http://schemas.openxmlformats.org/drawingml/2006/main"/>
          <a:ln xmlns:a="http://schemas.openxmlformats.org/drawingml/2006/main" w="9525">
            <a:solidFill>
              <a:srgbClr val="CCD6D4"/>
            </a:solidFill>
          </a:ln>
        </p:spPr>
      </p:sp>
      <p:sp>
        <p:nvSpPr>
          <p:cNvPr id="15" name="Controlled incident repair">
            <a:extLst xmlns:a="http://schemas.openxmlformats.org/drawingml/2006/main">
              <a:ext uri="{FF2B5EF4-FFF2-40B4-BE49-F238E27FC236}">
                <a16:creationId xmlns:a16="http://schemas.microsoft.com/office/drawing/2014/main" id="{7B12C0BC-F8D9-4CC7-AD53-E471847524F9}"/>
              </a:ext>
            </a:extLst>
          </p:cNvPr>
          <p:cNvSpPr>
            <a:spLocks xmlns:a="http://schemas.openxmlformats.org/drawingml/2006/main" noGrp="1"/>
          </p:cNvSpPr>
          <p:nvPr/>
        </p:nvSpPr>
        <p:spPr>
          <a:xfrm xmlns:a="http://schemas.openxmlformats.org/drawingml/2006/main">
            <a:off x="685800" y="4810125"/>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F8B"/>
                </a:solidFill>
              </a:defRPr>
            </a:defPPr>
            <a:lvl1pPr>
              <a:defRPr sz="1875" b="1">
                <a:solidFill>
                  <a:srgbClr val="007F8B"/>
                </a:solidFill>
              </a:defRPr>
            </a:lvl1pPr>
            <a:lvl2pPr>
              <a:defRPr sz="1875" b="1">
                <a:solidFill>
                  <a:srgbClr val="007F8B"/>
                </a:solidFill>
              </a:defRPr>
            </a:lvl2pPr>
            <a:lvl3pPr>
              <a:defRPr sz="1875" b="1">
                <a:solidFill>
                  <a:srgbClr val="007F8B"/>
                </a:solidFill>
              </a:defRPr>
            </a:lvl3pPr>
            <a:lvl4pPr>
              <a:defRPr sz="1875" b="1">
                <a:solidFill>
                  <a:srgbClr val="007F8B"/>
                </a:solidFill>
              </a:defRPr>
            </a:lvl4pPr>
            <a:lvl5pPr>
              <a:defRPr sz="1875" b="1">
                <a:solidFill>
                  <a:srgbClr val="007F8B"/>
                </a:solidFill>
              </a:defRPr>
            </a:lvl5pPr>
            <a:lvl6pPr>
              <a:defRPr sz="1875" b="1">
                <a:solidFill>
                  <a:srgbClr val="007F8B"/>
                </a:solidFill>
              </a:defRPr>
            </a:lvl6pPr>
            <a:lvl7pPr>
              <a:defRPr sz="1875" b="1">
                <a:solidFill>
                  <a:srgbClr val="007F8B"/>
                </a:solidFill>
              </a:defRPr>
            </a:lvl7pPr>
            <a:lvl8pPr>
              <a:defRPr sz="1875" b="1">
                <a:solidFill>
                  <a:srgbClr val="007F8B"/>
                </a:solidFill>
              </a:defRPr>
            </a:lvl8pPr>
            <a:lvl9pPr>
              <a:defRPr sz="1875" b="1">
                <a:solidFill>
                  <a:srgbClr val="007F8B"/>
                </a:solidFill>
              </a:defRPr>
            </a:lvl9pPr>
          </a:lstStyle>
          <a:p xmlns:a="http://schemas.openxmlformats.org/drawingml/2006/main">
            <a:pPr>
              <a:defRPr sz="1875" b="1">
                <a:solidFill>
                  <a:srgbClr val="007F8B"/>
                </a:solidFill>
              </a:defRPr>
            </a:pPr>
            <a:r>
              <a:rPr sz="1875" b="1">
                <a:solidFill>
                  <a:srgbClr val="007F8B"/>
                </a:solidFill>
              </a:rPr>
              <a:t>Controlled incident repair</a:t>
            </a:r>
          </a:p>
        </p:txBody>
      </p:sp>
      <p:sp>
        <p:nvSpPr>
          <p:cNvPr id="16" name="“Inspect the checkout issue and prepare the r">
            <a:extLst xmlns:a="http://schemas.openxmlformats.org/drawingml/2006/main">
              <a:ext uri="{FF2B5EF4-FFF2-40B4-BE49-F238E27FC236}">
                <a16:creationId xmlns:a16="http://schemas.microsoft.com/office/drawing/2014/main" id="{D242A57E-4BB1-47E2-9F70-07D37BE6BE63}"/>
              </a:ext>
            </a:extLst>
          </p:cNvPr>
          <p:cNvSpPr>
            <a:spLocks xmlns:a="http://schemas.openxmlformats.org/drawingml/2006/main" noGrp="1"/>
          </p:cNvSpPr>
          <p:nvPr/>
        </p:nvSpPr>
        <p:spPr>
          <a:xfrm xmlns:a="http://schemas.openxmlformats.org/drawingml/2006/main">
            <a:off x="685800" y="5210175"/>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02A33"/>
                </a:solidFill>
              </a:defRPr>
            </a:defPPr>
            <a:lvl1pPr>
              <a:defRPr sz="2100" b="1">
                <a:solidFill>
                  <a:srgbClr val="102A33"/>
                </a:solidFill>
              </a:defRPr>
            </a:lvl1pPr>
            <a:lvl2pPr>
              <a:defRPr sz="2100" b="1">
                <a:solidFill>
                  <a:srgbClr val="102A33"/>
                </a:solidFill>
              </a:defRPr>
            </a:lvl2pPr>
            <a:lvl3pPr>
              <a:defRPr sz="2100" b="1">
                <a:solidFill>
                  <a:srgbClr val="102A33"/>
                </a:solidFill>
              </a:defRPr>
            </a:lvl3pPr>
            <a:lvl4pPr>
              <a:defRPr sz="2100" b="1">
                <a:solidFill>
                  <a:srgbClr val="102A33"/>
                </a:solidFill>
              </a:defRPr>
            </a:lvl4pPr>
            <a:lvl5pPr>
              <a:defRPr sz="2100" b="1">
                <a:solidFill>
                  <a:srgbClr val="102A33"/>
                </a:solidFill>
              </a:defRPr>
            </a:lvl5pPr>
            <a:lvl6pPr>
              <a:defRPr sz="2100" b="1">
                <a:solidFill>
                  <a:srgbClr val="102A33"/>
                </a:solidFill>
              </a:defRPr>
            </a:lvl6pPr>
            <a:lvl7pPr>
              <a:defRPr sz="2100" b="1">
                <a:solidFill>
                  <a:srgbClr val="102A33"/>
                </a:solidFill>
              </a:defRPr>
            </a:lvl7pPr>
            <a:lvl8pPr>
              <a:defRPr sz="2100" b="1">
                <a:solidFill>
                  <a:srgbClr val="102A33"/>
                </a:solidFill>
              </a:defRPr>
            </a:lvl8pPr>
            <a:lvl9pPr>
              <a:defRPr sz="2100" b="1">
                <a:solidFill>
                  <a:srgbClr val="102A33"/>
                </a:solidFill>
              </a:defRPr>
            </a:lvl9pPr>
          </a:lstStyle>
          <a:p xmlns:a="http://schemas.openxmlformats.org/drawingml/2006/main">
            <a:pPr>
              <a:defRPr sz="2100" b="1">
                <a:solidFill>
                  <a:srgbClr val="102A33"/>
                </a:solidFill>
              </a:defRPr>
            </a:pPr>
            <a:r>
              <a:rPr sz="2100" b="1">
                <a:solidFill>
                  <a:srgbClr val="102A33"/>
                </a:solidFill>
              </a:rPr>
              <a:t>“Inspect the checkout issue and prepare the registered fix.”</a:t>
            </a:r>
          </a:p>
        </p:txBody>
      </p:sp>
      <p:sp>
        <p:nvSpPr>
          <p:cNvPr id="17" name="Inspect the known incident-lab target. Reques">
            <a:extLst xmlns:a="http://schemas.openxmlformats.org/drawingml/2006/main">
              <a:ext uri="{FF2B5EF4-FFF2-40B4-BE49-F238E27FC236}">
                <a16:creationId xmlns:a16="http://schemas.microsoft.com/office/drawing/2014/main" id="{7B1982BC-AB7E-4FF3-BB00-972DF808439A}"/>
              </a:ext>
            </a:extLst>
          </p:cNvPr>
          <p:cNvSpPr>
            <a:spLocks xmlns:a="http://schemas.openxmlformats.org/drawingml/2006/main" noGrp="1"/>
          </p:cNvSpPr>
          <p:nvPr/>
        </p:nvSpPr>
        <p:spPr>
          <a:xfrm xmlns:a="http://schemas.openxmlformats.org/drawingml/2006/main">
            <a:off x="6553200" y="49149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Inspect the known incident-lab target. Request approval for an isolated patch and its registered test suite.</a:t>
            </a:r>
          </a:p>
        </p:txBody>
      </p:sp>
    </p:spTree>
    <p:extLst>
      <p:ext uri="{BB962C8B-B14F-4D97-AF65-F5344CB8AC3E}">
        <p14:creationId xmlns:p14="http://schemas.microsoft.com/office/powerpoint/2010/main" val="924590033"/>
      </p:ext>
    </p:extLst>
  </p:cSld>
</p:sld>
</file>

<file path=ppt/slides/slide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 name="Technical architecture">
            <a:extLst xmlns:a="http://schemas.openxmlformats.org/drawingml/2006/main">
              <a:ext uri="{FF2B5EF4-FFF2-40B4-BE49-F238E27FC236}">
                <a16:creationId xmlns:a16="http://schemas.microsoft.com/office/drawing/2014/main" id="{E5E4BA08-5216-49C2-A6EE-0137BC383A3F}"/>
              </a:ext>
            </a:extLst>
          </p:cNvPr>
          <p:cNvSpPr>
            <a:spLocks xmlns:a="http://schemas.openxmlformats.org/drawingml/2006/main" noGrp="1"/>
          </p:cNvSpPr>
          <p:nvPr/>
        </p:nvSpPr>
        <p:spPr>
          <a:xfrm xmlns:a="http://schemas.openxmlformats.org/drawingml/2006/main">
            <a:off x="685800" y="5524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A33"/>
                </a:solidFill>
              </a:defRPr>
            </a:defPPr>
            <a:lvl1pPr>
              <a:defRPr sz="3300" b="1">
                <a:solidFill>
                  <a:srgbClr val="102A33"/>
                </a:solidFill>
              </a:defRPr>
            </a:lvl1pPr>
            <a:lvl2pPr>
              <a:defRPr sz="3300" b="1">
                <a:solidFill>
                  <a:srgbClr val="102A33"/>
                </a:solidFill>
              </a:defRPr>
            </a:lvl2pPr>
            <a:lvl3pPr>
              <a:defRPr sz="3300" b="1">
                <a:solidFill>
                  <a:srgbClr val="102A33"/>
                </a:solidFill>
              </a:defRPr>
            </a:lvl3pPr>
            <a:lvl4pPr>
              <a:defRPr sz="3300" b="1">
                <a:solidFill>
                  <a:srgbClr val="102A33"/>
                </a:solidFill>
              </a:defRPr>
            </a:lvl4pPr>
            <a:lvl5pPr>
              <a:defRPr sz="3300" b="1">
                <a:solidFill>
                  <a:srgbClr val="102A33"/>
                </a:solidFill>
              </a:defRPr>
            </a:lvl5pPr>
            <a:lvl6pPr>
              <a:defRPr sz="3300" b="1">
                <a:solidFill>
                  <a:srgbClr val="102A33"/>
                </a:solidFill>
              </a:defRPr>
            </a:lvl6pPr>
            <a:lvl7pPr>
              <a:defRPr sz="3300" b="1">
                <a:solidFill>
                  <a:srgbClr val="102A33"/>
                </a:solidFill>
              </a:defRPr>
            </a:lvl7pPr>
            <a:lvl8pPr>
              <a:defRPr sz="3300" b="1">
                <a:solidFill>
                  <a:srgbClr val="102A33"/>
                </a:solidFill>
              </a:defRPr>
            </a:lvl8pPr>
            <a:lvl9pPr>
              <a:defRPr sz="3300" b="1">
                <a:solidFill>
                  <a:srgbClr val="102A33"/>
                </a:solidFill>
              </a:defRPr>
            </a:lvl9pPr>
          </a:lstStyle>
          <a:p xmlns:a="http://schemas.openxmlformats.org/drawingml/2006/main">
            <a:pPr>
              <a:defRPr sz="3300" b="1">
                <a:solidFill>
                  <a:srgbClr val="102A33"/>
                </a:solidFill>
              </a:defRPr>
            </a:pPr>
            <a:r>
              <a:rPr sz="3300" b="1">
                <a:solidFill>
                  <a:srgbClr val="102A33"/>
                </a:solidFill>
              </a:rPr>
              <a:t>Technical architecture</a:t>
            </a:r>
          </a:p>
        </p:txBody>
      </p:sp>
      <p:sp>
        <p:nvSpPr>
          <p:cNvPr id="3" name="VANESSA">
            <a:extLst xmlns:a="http://schemas.openxmlformats.org/drawingml/2006/main">
              <a:ext uri="{FF2B5EF4-FFF2-40B4-BE49-F238E27FC236}">
                <a16:creationId xmlns:a16="http://schemas.microsoft.com/office/drawing/2014/main" id="{7EFDEC2E-27BF-46FA-B550-C3E8D756476D}"/>
              </a:ext>
            </a:extLst>
          </p:cNvPr>
          <p:cNvSpPr>
            <a:spLocks xmlns:a="http://schemas.openxmlformats.org/drawingml/2006/main" noGrp="1"/>
          </p:cNvSpPr>
          <p:nvPr/>
        </p:nvSpPr>
        <p:spPr>
          <a:xfrm xmlns:a="http://schemas.openxmlformats.org/drawingml/2006/main">
            <a:off x="685800" y="641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2676D"/>
                </a:solidFill>
              </a:defRPr>
            </a:defPPr>
            <a:lvl1pPr>
              <a:defRPr sz="1125" b="1">
                <a:solidFill>
                  <a:srgbClr val="52676D"/>
                </a:solidFill>
              </a:defRPr>
            </a:lvl1pPr>
            <a:lvl2pPr>
              <a:defRPr sz="1125" b="1">
                <a:solidFill>
                  <a:srgbClr val="52676D"/>
                </a:solidFill>
              </a:defRPr>
            </a:lvl2pPr>
            <a:lvl3pPr>
              <a:defRPr sz="1125" b="1">
                <a:solidFill>
                  <a:srgbClr val="52676D"/>
                </a:solidFill>
              </a:defRPr>
            </a:lvl3pPr>
            <a:lvl4pPr>
              <a:defRPr sz="1125" b="1">
                <a:solidFill>
                  <a:srgbClr val="52676D"/>
                </a:solidFill>
              </a:defRPr>
            </a:lvl4pPr>
            <a:lvl5pPr>
              <a:defRPr sz="1125" b="1">
                <a:solidFill>
                  <a:srgbClr val="52676D"/>
                </a:solidFill>
              </a:defRPr>
            </a:lvl5pPr>
            <a:lvl6pPr>
              <a:defRPr sz="1125" b="1">
                <a:solidFill>
                  <a:srgbClr val="52676D"/>
                </a:solidFill>
              </a:defRPr>
            </a:lvl6pPr>
            <a:lvl7pPr>
              <a:defRPr sz="1125" b="1">
                <a:solidFill>
                  <a:srgbClr val="52676D"/>
                </a:solidFill>
              </a:defRPr>
            </a:lvl7pPr>
            <a:lvl8pPr>
              <a:defRPr sz="1125" b="1">
                <a:solidFill>
                  <a:srgbClr val="52676D"/>
                </a:solidFill>
              </a:defRPr>
            </a:lvl8pPr>
            <a:lvl9pPr>
              <a:defRPr sz="1125" b="1">
                <a:solidFill>
                  <a:srgbClr val="52676D"/>
                </a:solidFill>
              </a:defRPr>
            </a:lvl9pPr>
          </a:lstStyle>
          <a:p xmlns:a="http://schemas.openxmlformats.org/drawingml/2006/main">
            <a:pPr>
              <a:defRPr sz="1125" b="1">
                <a:solidFill>
                  <a:srgbClr val="52676D"/>
                </a:solidFill>
              </a:defRPr>
            </a:pPr>
            <a:r>
              <a:rPr sz="1125" b="1">
                <a:solidFill>
                  <a:srgbClr val="52676D"/>
                </a:solidFill>
              </a:rPr>
              <a:t>VANESSA</a:t>
            </a:r>
          </a:p>
        </p:txBody>
      </p:sp>
      <p:sp>
        <p:nvSpPr>
          <p:cNvPr id="4" name="04 / 11">
            <a:extLst xmlns:a="http://schemas.openxmlformats.org/drawingml/2006/main">
              <a:ext uri="{FF2B5EF4-FFF2-40B4-BE49-F238E27FC236}">
                <a16:creationId xmlns:a16="http://schemas.microsoft.com/office/drawing/2014/main" id="{E62F674C-D352-4FE1-8CB9-7ACB1070EF4F}"/>
              </a:ext>
            </a:extLst>
          </p:cNvPr>
          <p:cNvSpPr>
            <a:spLocks xmlns:a="http://schemas.openxmlformats.org/drawingml/2006/main" noGrp="1"/>
          </p:cNvSpPr>
          <p:nvPr/>
        </p:nvSpPr>
        <p:spPr>
          <a:xfrm xmlns:a="http://schemas.openxmlformats.org/drawingml/2006/main">
            <a:off x="10648950" y="64198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6D"/>
                </a:solidFill>
              </a:defRPr>
            </a:defPPr>
            <a:lvl1pPr>
              <a:defRPr sz="1125" b="0">
                <a:solidFill>
                  <a:srgbClr val="52676D"/>
                </a:solidFill>
              </a:defRPr>
            </a:lvl1pPr>
            <a:lvl2pPr>
              <a:defRPr sz="1125" b="0">
                <a:solidFill>
                  <a:srgbClr val="52676D"/>
                </a:solidFill>
              </a:defRPr>
            </a:lvl2pPr>
            <a:lvl3pPr>
              <a:defRPr sz="1125" b="0">
                <a:solidFill>
                  <a:srgbClr val="52676D"/>
                </a:solidFill>
              </a:defRPr>
            </a:lvl3pPr>
            <a:lvl4pPr>
              <a:defRPr sz="1125" b="0">
                <a:solidFill>
                  <a:srgbClr val="52676D"/>
                </a:solidFill>
              </a:defRPr>
            </a:lvl4pPr>
            <a:lvl5pPr>
              <a:defRPr sz="1125" b="0">
                <a:solidFill>
                  <a:srgbClr val="52676D"/>
                </a:solidFill>
              </a:defRPr>
            </a:lvl5pPr>
            <a:lvl6pPr>
              <a:defRPr sz="1125" b="0">
                <a:solidFill>
                  <a:srgbClr val="52676D"/>
                </a:solidFill>
              </a:defRPr>
            </a:lvl6pPr>
            <a:lvl7pPr>
              <a:defRPr sz="1125" b="0">
                <a:solidFill>
                  <a:srgbClr val="52676D"/>
                </a:solidFill>
              </a:defRPr>
            </a:lvl7pPr>
            <a:lvl8pPr>
              <a:defRPr sz="1125" b="0">
                <a:solidFill>
                  <a:srgbClr val="52676D"/>
                </a:solidFill>
              </a:defRPr>
            </a:lvl8pPr>
            <a:lvl9pPr>
              <a:defRPr sz="1125" b="0">
                <a:solidFill>
                  <a:srgbClr val="52676D"/>
                </a:solidFill>
              </a:defRPr>
            </a:lvl9pPr>
          </a:lstStyle>
          <a:p xmlns:a="http://schemas.openxmlformats.org/drawingml/2006/main">
            <a:pPr>
              <a:defRPr sz="1125" b="0">
                <a:solidFill>
                  <a:srgbClr val="52676D"/>
                </a:solidFill>
              </a:defRPr>
            </a:pPr>
            <a:r>
              <a:rPr sz="1125" b="0">
                <a:solidFill>
                  <a:srgbClr val="52676D"/>
                </a:solidFill>
              </a:rPr>
              <a:t>04 / 11</a:t>
            </a:r>
          </a:p>
        </p:txBody>
      </p:sp>
      <p:sp>
        <p:nvSpPr>
          <p:cNvPr id="5" name="">
            <a:extLst xmlns:a="http://schemas.openxmlformats.org/drawingml/2006/main">
              <a:ext uri="{FF2B5EF4-FFF2-40B4-BE49-F238E27FC236}">
                <a16:creationId xmlns:a16="http://schemas.microsoft.com/office/drawing/2014/main" id="{5086B86A-8588-4A81-B59B-7EA337037FA3}"/>
              </a:ext>
            </a:extLst>
          </p:cNvPr>
          <p:cNvSpPr>
            <a:spLocks xmlns:a="http://schemas.openxmlformats.org/drawingml/2006/main" noGrp="1"/>
          </p:cNvSpPr>
          <p:nvPr/>
        </p:nvSpPr>
        <p:spPr>
          <a:xfrm xmlns:a="http://schemas.openxmlformats.org/drawingml/2006/main">
            <a:off x="685800" y="2028825"/>
            <a:ext cx="2857500" cy="1304925"/>
          </a:xfrm>
          <a:prstGeom xmlns:a="http://schemas.openxmlformats.org/drawingml/2006/main" prst="rect">
            <a:avLst/>
          </a:prstGeom>
          <a:noFill xmlns:a="http://schemas.openxmlformats.org/drawingml/2006/main"/>
          <a:ln xmlns:a="http://schemas.openxmlformats.org/drawingml/2006/main" w="14288">
            <a:solidFill>
              <a:srgbClr val="CCD6D4"/>
            </a:solidFill>
          </a:ln>
        </p:spPr>
      </p:sp>
      <p:sp>
        <p:nvSpPr>
          <p:cNvPr id="6" name="Voice + desktop">
            <a:extLst xmlns:a="http://schemas.openxmlformats.org/drawingml/2006/main">
              <a:ext uri="{FF2B5EF4-FFF2-40B4-BE49-F238E27FC236}">
                <a16:creationId xmlns:a16="http://schemas.microsoft.com/office/drawing/2014/main" id="{32630FFA-9650-449A-9655-ECF3642E1888}"/>
              </a:ext>
            </a:extLst>
          </p:cNvPr>
          <p:cNvSpPr>
            <a:spLocks xmlns:a="http://schemas.openxmlformats.org/drawingml/2006/main" noGrp="1"/>
          </p:cNvSpPr>
          <p:nvPr/>
        </p:nvSpPr>
        <p:spPr>
          <a:xfrm xmlns:a="http://schemas.openxmlformats.org/drawingml/2006/main">
            <a:off x="876300" y="2209800"/>
            <a:ext cx="247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02A33"/>
                </a:solidFill>
              </a:defRPr>
            </a:defPPr>
            <a:lvl1pPr>
              <a:defRPr sz="2025" b="1">
                <a:solidFill>
                  <a:srgbClr val="102A33"/>
                </a:solidFill>
              </a:defRPr>
            </a:lvl1pPr>
            <a:lvl2pPr>
              <a:defRPr sz="2025" b="1">
                <a:solidFill>
                  <a:srgbClr val="102A33"/>
                </a:solidFill>
              </a:defRPr>
            </a:lvl2pPr>
            <a:lvl3pPr>
              <a:defRPr sz="2025" b="1">
                <a:solidFill>
                  <a:srgbClr val="102A33"/>
                </a:solidFill>
              </a:defRPr>
            </a:lvl3pPr>
            <a:lvl4pPr>
              <a:defRPr sz="2025" b="1">
                <a:solidFill>
                  <a:srgbClr val="102A33"/>
                </a:solidFill>
              </a:defRPr>
            </a:lvl4pPr>
            <a:lvl5pPr>
              <a:defRPr sz="2025" b="1">
                <a:solidFill>
                  <a:srgbClr val="102A33"/>
                </a:solidFill>
              </a:defRPr>
            </a:lvl5pPr>
            <a:lvl6pPr>
              <a:defRPr sz="2025" b="1">
                <a:solidFill>
                  <a:srgbClr val="102A33"/>
                </a:solidFill>
              </a:defRPr>
            </a:lvl6pPr>
            <a:lvl7pPr>
              <a:defRPr sz="2025" b="1">
                <a:solidFill>
                  <a:srgbClr val="102A33"/>
                </a:solidFill>
              </a:defRPr>
            </a:lvl7pPr>
            <a:lvl8pPr>
              <a:defRPr sz="2025" b="1">
                <a:solidFill>
                  <a:srgbClr val="102A33"/>
                </a:solidFill>
              </a:defRPr>
            </a:lvl8pPr>
            <a:lvl9pPr>
              <a:defRPr sz="2025" b="1">
                <a:solidFill>
                  <a:srgbClr val="102A33"/>
                </a:solidFill>
              </a:defRPr>
            </a:lvl9pPr>
          </a:lstStyle>
          <a:p xmlns:a="http://schemas.openxmlformats.org/drawingml/2006/main">
            <a:pPr>
              <a:defRPr sz="2025" b="1">
                <a:solidFill>
                  <a:srgbClr val="102A33"/>
                </a:solidFill>
              </a:defRPr>
            </a:pPr>
            <a:r>
              <a:rPr sz="2025" b="1">
                <a:solidFill>
                  <a:srgbClr val="102A33"/>
                </a:solidFill>
              </a:rPr>
              <a:t>Voice + desktop</a:t>
            </a:r>
          </a:p>
        </p:txBody>
      </p:sp>
      <p:sp>
        <p:nvSpPr>
          <p:cNvPr id="7" name="AudioWorklet, PCM, ASR&#10;Electron / React orb">
            <a:extLst xmlns:a="http://schemas.openxmlformats.org/drawingml/2006/main">
              <a:ext uri="{FF2B5EF4-FFF2-40B4-BE49-F238E27FC236}">
                <a16:creationId xmlns:a16="http://schemas.microsoft.com/office/drawing/2014/main" id="{4C7CC2EA-803F-47AD-B24D-DE6784ADE5D2}"/>
              </a:ext>
            </a:extLst>
          </p:cNvPr>
          <p:cNvSpPr>
            <a:spLocks xmlns:a="http://schemas.openxmlformats.org/drawingml/2006/main" noGrp="1"/>
          </p:cNvSpPr>
          <p:nvPr/>
        </p:nvSpPr>
        <p:spPr>
          <a:xfrm xmlns:a="http://schemas.openxmlformats.org/drawingml/2006/main">
            <a:off x="876300" y="2657475"/>
            <a:ext cx="2476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76D"/>
                </a:solidFill>
              </a:defRPr>
            </a:defPPr>
            <a:lvl1pPr>
              <a:defRPr sz="1650" b="0">
                <a:solidFill>
                  <a:srgbClr val="52676D"/>
                </a:solidFill>
              </a:defRPr>
            </a:lvl1pPr>
            <a:lvl2pPr>
              <a:defRPr sz="1650" b="0">
                <a:solidFill>
                  <a:srgbClr val="52676D"/>
                </a:solidFill>
              </a:defRPr>
            </a:lvl2pPr>
            <a:lvl3pPr>
              <a:defRPr sz="1650" b="0">
                <a:solidFill>
                  <a:srgbClr val="52676D"/>
                </a:solidFill>
              </a:defRPr>
            </a:lvl3pPr>
            <a:lvl4pPr>
              <a:defRPr sz="1650" b="0">
                <a:solidFill>
                  <a:srgbClr val="52676D"/>
                </a:solidFill>
              </a:defRPr>
            </a:lvl4pPr>
            <a:lvl5pPr>
              <a:defRPr sz="1650" b="0">
                <a:solidFill>
                  <a:srgbClr val="52676D"/>
                </a:solidFill>
              </a:defRPr>
            </a:lvl5pPr>
            <a:lvl6pPr>
              <a:defRPr sz="1650" b="0">
                <a:solidFill>
                  <a:srgbClr val="52676D"/>
                </a:solidFill>
              </a:defRPr>
            </a:lvl6pPr>
            <a:lvl7pPr>
              <a:defRPr sz="1650" b="0">
                <a:solidFill>
                  <a:srgbClr val="52676D"/>
                </a:solidFill>
              </a:defRPr>
            </a:lvl7pPr>
            <a:lvl8pPr>
              <a:defRPr sz="1650" b="0">
                <a:solidFill>
                  <a:srgbClr val="52676D"/>
                </a:solidFill>
              </a:defRPr>
            </a:lvl8pPr>
            <a:lvl9pPr>
              <a:defRPr sz="1650" b="0">
                <a:solidFill>
                  <a:srgbClr val="52676D"/>
                </a:solidFill>
              </a:defRPr>
            </a:lvl9pPr>
          </a:lstStyle>
          <a:p xmlns:a="http://schemas.openxmlformats.org/drawingml/2006/main">
            <a:pPr>
              <a:defRPr sz="1650" b="0">
                <a:solidFill>
                  <a:srgbClr val="52676D"/>
                </a:solidFill>
              </a:defRPr>
            </a:pPr>
            <a:r>
              <a:rPr sz="1650" b="0">
                <a:solidFill>
                  <a:srgbClr val="52676D"/>
                </a:solidFill>
              </a:rPr>
              <a:t>AudioWorklet, PCM, ASR</a:t>
            </a:r>
          </a:p>
          <a:p xmlns:a="http://schemas.openxmlformats.org/drawingml/2006/main">
            <a:pPr>
              <a:defRPr sz="1650" b="0">
                <a:solidFill>
                  <a:srgbClr val="52676D"/>
                </a:solidFill>
              </a:defRPr>
            </a:pPr>
            <a:r>
              <a:rPr sz="1650" b="0">
                <a:solidFill>
                  <a:srgbClr val="52676D"/>
                </a:solidFill>
              </a:rPr>
              <a:t>Electron / React orb</a:t>
            </a:r>
          </a:p>
        </p:txBody>
      </p:sp>
      <p:sp>
        <p:nvSpPr>
          <p:cNvPr id="8" name="">
            <a:extLst xmlns:a="http://schemas.openxmlformats.org/drawingml/2006/main">
              <a:ext uri="{FF2B5EF4-FFF2-40B4-BE49-F238E27FC236}">
                <a16:creationId xmlns:a16="http://schemas.microsoft.com/office/drawing/2014/main" id="{D168AEC8-9AB7-41F0-9757-B6E177D7D6A7}"/>
              </a:ext>
            </a:extLst>
          </p:cNvPr>
          <p:cNvSpPr>
            <a:spLocks xmlns:a="http://schemas.openxmlformats.org/drawingml/2006/main" noGrp="1"/>
          </p:cNvSpPr>
          <p:nvPr/>
        </p:nvSpPr>
        <p:spPr>
          <a:xfrm xmlns:a="http://schemas.openxmlformats.org/drawingml/2006/main">
            <a:off x="4667250" y="2028825"/>
            <a:ext cx="2857500" cy="1304925"/>
          </a:xfrm>
          <a:prstGeom xmlns:a="http://schemas.openxmlformats.org/drawingml/2006/main" prst="rect">
            <a:avLst/>
          </a:prstGeom>
          <a:noFill xmlns:a="http://schemas.openxmlformats.org/drawingml/2006/main"/>
          <a:ln xmlns:a="http://schemas.openxmlformats.org/drawingml/2006/main" w="14288">
            <a:solidFill>
              <a:srgbClr val="CCD6D4"/>
            </a:solidFill>
          </a:ln>
        </p:spPr>
      </p:sp>
      <p:sp>
        <p:nvSpPr>
          <p:cNvPr id="9" name="Orchestrator">
            <a:extLst xmlns:a="http://schemas.openxmlformats.org/drawingml/2006/main">
              <a:ext uri="{FF2B5EF4-FFF2-40B4-BE49-F238E27FC236}">
                <a16:creationId xmlns:a16="http://schemas.microsoft.com/office/drawing/2014/main" id="{03BD948F-384C-4383-B3F4-BE7E39A0D03F}"/>
              </a:ext>
            </a:extLst>
          </p:cNvPr>
          <p:cNvSpPr>
            <a:spLocks xmlns:a="http://schemas.openxmlformats.org/drawingml/2006/main" noGrp="1"/>
          </p:cNvSpPr>
          <p:nvPr/>
        </p:nvSpPr>
        <p:spPr>
          <a:xfrm xmlns:a="http://schemas.openxmlformats.org/drawingml/2006/main">
            <a:off x="4857750" y="2209800"/>
            <a:ext cx="247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02A33"/>
                </a:solidFill>
              </a:defRPr>
            </a:defPPr>
            <a:lvl1pPr>
              <a:defRPr sz="2025" b="1">
                <a:solidFill>
                  <a:srgbClr val="102A33"/>
                </a:solidFill>
              </a:defRPr>
            </a:lvl1pPr>
            <a:lvl2pPr>
              <a:defRPr sz="2025" b="1">
                <a:solidFill>
                  <a:srgbClr val="102A33"/>
                </a:solidFill>
              </a:defRPr>
            </a:lvl2pPr>
            <a:lvl3pPr>
              <a:defRPr sz="2025" b="1">
                <a:solidFill>
                  <a:srgbClr val="102A33"/>
                </a:solidFill>
              </a:defRPr>
            </a:lvl3pPr>
            <a:lvl4pPr>
              <a:defRPr sz="2025" b="1">
                <a:solidFill>
                  <a:srgbClr val="102A33"/>
                </a:solidFill>
              </a:defRPr>
            </a:lvl4pPr>
            <a:lvl5pPr>
              <a:defRPr sz="2025" b="1">
                <a:solidFill>
                  <a:srgbClr val="102A33"/>
                </a:solidFill>
              </a:defRPr>
            </a:lvl5pPr>
            <a:lvl6pPr>
              <a:defRPr sz="2025" b="1">
                <a:solidFill>
                  <a:srgbClr val="102A33"/>
                </a:solidFill>
              </a:defRPr>
            </a:lvl6pPr>
            <a:lvl7pPr>
              <a:defRPr sz="2025" b="1">
                <a:solidFill>
                  <a:srgbClr val="102A33"/>
                </a:solidFill>
              </a:defRPr>
            </a:lvl7pPr>
            <a:lvl8pPr>
              <a:defRPr sz="2025" b="1">
                <a:solidFill>
                  <a:srgbClr val="102A33"/>
                </a:solidFill>
              </a:defRPr>
            </a:lvl8pPr>
            <a:lvl9pPr>
              <a:defRPr sz="2025" b="1">
                <a:solidFill>
                  <a:srgbClr val="102A33"/>
                </a:solidFill>
              </a:defRPr>
            </a:lvl9pPr>
          </a:lstStyle>
          <a:p xmlns:a="http://schemas.openxmlformats.org/drawingml/2006/main">
            <a:pPr>
              <a:defRPr sz="2025" b="1">
                <a:solidFill>
                  <a:srgbClr val="102A33"/>
                </a:solidFill>
              </a:defRPr>
            </a:pPr>
            <a:r>
              <a:rPr sz="2025" b="1">
                <a:solidFill>
                  <a:srgbClr val="102A33"/>
                </a:solidFill>
              </a:rPr>
              <a:t>Orchestrator</a:t>
            </a:r>
          </a:p>
        </p:txBody>
      </p:sp>
      <p:sp>
        <p:nvSpPr>
          <p:cNvPr id="10" name="Provider routing + plan&#10;Schema and action val">
            <a:extLst xmlns:a="http://schemas.openxmlformats.org/drawingml/2006/main">
              <a:ext uri="{FF2B5EF4-FFF2-40B4-BE49-F238E27FC236}">
                <a16:creationId xmlns:a16="http://schemas.microsoft.com/office/drawing/2014/main" id="{F2637603-58B8-44F7-ACB7-9F84DC8C5B6E}"/>
              </a:ext>
            </a:extLst>
          </p:cNvPr>
          <p:cNvSpPr>
            <a:spLocks xmlns:a="http://schemas.openxmlformats.org/drawingml/2006/main" noGrp="1"/>
          </p:cNvSpPr>
          <p:nvPr/>
        </p:nvSpPr>
        <p:spPr>
          <a:xfrm xmlns:a="http://schemas.openxmlformats.org/drawingml/2006/main">
            <a:off x="4857750" y="2657475"/>
            <a:ext cx="2476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76D"/>
                </a:solidFill>
              </a:defRPr>
            </a:defPPr>
            <a:lvl1pPr>
              <a:defRPr sz="1650" b="0">
                <a:solidFill>
                  <a:srgbClr val="52676D"/>
                </a:solidFill>
              </a:defRPr>
            </a:lvl1pPr>
            <a:lvl2pPr>
              <a:defRPr sz="1650" b="0">
                <a:solidFill>
                  <a:srgbClr val="52676D"/>
                </a:solidFill>
              </a:defRPr>
            </a:lvl2pPr>
            <a:lvl3pPr>
              <a:defRPr sz="1650" b="0">
                <a:solidFill>
                  <a:srgbClr val="52676D"/>
                </a:solidFill>
              </a:defRPr>
            </a:lvl3pPr>
            <a:lvl4pPr>
              <a:defRPr sz="1650" b="0">
                <a:solidFill>
                  <a:srgbClr val="52676D"/>
                </a:solidFill>
              </a:defRPr>
            </a:lvl4pPr>
            <a:lvl5pPr>
              <a:defRPr sz="1650" b="0">
                <a:solidFill>
                  <a:srgbClr val="52676D"/>
                </a:solidFill>
              </a:defRPr>
            </a:lvl5pPr>
            <a:lvl6pPr>
              <a:defRPr sz="1650" b="0">
                <a:solidFill>
                  <a:srgbClr val="52676D"/>
                </a:solidFill>
              </a:defRPr>
            </a:lvl6pPr>
            <a:lvl7pPr>
              <a:defRPr sz="1650" b="0">
                <a:solidFill>
                  <a:srgbClr val="52676D"/>
                </a:solidFill>
              </a:defRPr>
            </a:lvl7pPr>
            <a:lvl8pPr>
              <a:defRPr sz="1650" b="0">
                <a:solidFill>
                  <a:srgbClr val="52676D"/>
                </a:solidFill>
              </a:defRPr>
            </a:lvl8pPr>
            <a:lvl9pPr>
              <a:defRPr sz="1650" b="0">
                <a:solidFill>
                  <a:srgbClr val="52676D"/>
                </a:solidFill>
              </a:defRPr>
            </a:lvl9pPr>
          </a:lstStyle>
          <a:p xmlns:a="http://schemas.openxmlformats.org/drawingml/2006/main">
            <a:pPr>
              <a:defRPr sz="1650" b="0">
                <a:solidFill>
                  <a:srgbClr val="52676D"/>
                </a:solidFill>
              </a:defRPr>
            </a:pPr>
            <a:r>
              <a:rPr sz="1650" b="0">
                <a:solidFill>
                  <a:srgbClr val="52676D"/>
                </a:solidFill>
              </a:rPr>
              <a:t>Provider routing + plans</a:t>
            </a:r>
          </a:p>
          <a:p xmlns:a="http://schemas.openxmlformats.org/drawingml/2006/main">
            <a:pPr>
              <a:defRPr sz="1650" b="0">
                <a:solidFill>
                  <a:srgbClr val="52676D"/>
                </a:solidFill>
              </a:defRPr>
            </a:pPr>
            <a:r>
              <a:rPr sz="1650" b="0">
                <a:solidFill>
                  <a:srgbClr val="52676D"/>
                </a:solidFill>
              </a:rPr>
              <a:t>Action/schema checks</a:t>
            </a:r>
          </a:p>
        </p:txBody>
      </p:sp>
      <p:sp>
        <p:nvSpPr>
          <p:cNvPr id="11" name="">
            <a:extLst xmlns:a="http://schemas.openxmlformats.org/drawingml/2006/main">
              <a:ext uri="{FF2B5EF4-FFF2-40B4-BE49-F238E27FC236}">
                <a16:creationId xmlns:a16="http://schemas.microsoft.com/office/drawing/2014/main" id="{AD1B59A1-BB3B-45A6-81E7-B69963DE3F03}"/>
              </a:ext>
            </a:extLst>
          </p:cNvPr>
          <p:cNvSpPr>
            <a:spLocks xmlns:a="http://schemas.openxmlformats.org/drawingml/2006/main" noGrp="1"/>
          </p:cNvSpPr>
          <p:nvPr/>
        </p:nvSpPr>
        <p:spPr>
          <a:xfrm xmlns:a="http://schemas.openxmlformats.org/drawingml/2006/main">
            <a:off x="8648700" y="2028825"/>
            <a:ext cx="2857500" cy="1304925"/>
          </a:xfrm>
          <a:prstGeom xmlns:a="http://schemas.openxmlformats.org/drawingml/2006/main" prst="rect">
            <a:avLst/>
          </a:prstGeom>
          <a:noFill xmlns:a="http://schemas.openxmlformats.org/drawingml/2006/main"/>
          <a:ln xmlns:a="http://schemas.openxmlformats.org/drawingml/2006/main" w="14288">
            <a:solidFill>
              <a:srgbClr val="CCD6D4"/>
            </a:solidFill>
          </a:ln>
        </p:spPr>
      </p:sp>
      <p:sp>
        <p:nvSpPr>
          <p:cNvPr id="12" name="Policy gate">
            <a:extLst xmlns:a="http://schemas.openxmlformats.org/drawingml/2006/main">
              <a:ext uri="{FF2B5EF4-FFF2-40B4-BE49-F238E27FC236}">
                <a16:creationId xmlns:a16="http://schemas.microsoft.com/office/drawing/2014/main" id="{7E8F4C19-5F07-48AB-BFB3-3800281F0A56}"/>
              </a:ext>
            </a:extLst>
          </p:cNvPr>
          <p:cNvSpPr>
            <a:spLocks xmlns:a="http://schemas.openxmlformats.org/drawingml/2006/main" noGrp="1"/>
          </p:cNvSpPr>
          <p:nvPr/>
        </p:nvSpPr>
        <p:spPr>
          <a:xfrm xmlns:a="http://schemas.openxmlformats.org/drawingml/2006/main">
            <a:off x="8839200" y="2209800"/>
            <a:ext cx="247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02A33"/>
                </a:solidFill>
              </a:defRPr>
            </a:defPPr>
            <a:lvl1pPr>
              <a:defRPr sz="2025" b="1">
                <a:solidFill>
                  <a:srgbClr val="102A33"/>
                </a:solidFill>
              </a:defRPr>
            </a:lvl1pPr>
            <a:lvl2pPr>
              <a:defRPr sz="2025" b="1">
                <a:solidFill>
                  <a:srgbClr val="102A33"/>
                </a:solidFill>
              </a:defRPr>
            </a:lvl2pPr>
            <a:lvl3pPr>
              <a:defRPr sz="2025" b="1">
                <a:solidFill>
                  <a:srgbClr val="102A33"/>
                </a:solidFill>
              </a:defRPr>
            </a:lvl3pPr>
            <a:lvl4pPr>
              <a:defRPr sz="2025" b="1">
                <a:solidFill>
                  <a:srgbClr val="102A33"/>
                </a:solidFill>
              </a:defRPr>
            </a:lvl4pPr>
            <a:lvl5pPr>
              <a:defRPr sz="2025" b="1">
                <a:solidFill>
                  <a:srgbClr val="102A33"/>
                </a:solidFill>
              </a:defRPr>
            </a:lvl5pPr>
            <a:lvl6pPr>
              <a:defRPr sz="2025" b="1">
                <a:solidFill>
                  <a:srgbClr val="102A33"/>
                </a:solidFill>
              </a:defRPr>
            </a:lvl6pPr>
            <a:lvl7pPr>
              <a:defRPr sz="2025" b="1">
                <a:solidFill>
                  <a:srgbClr val="102A33"/>
                </a:solidFill>
              </a:defRPr>
            </a:lvl7pPr>
            <a:lvl8pPr>
              <a:defRPr sz="2025" b="1">
                <a:solidFill>
                  <a:srgbClr val="102A33"/>
                </a:solidFill>
              </a:defRPr>
            </a:lvl8pPr>
            <a:lvl9pPr>
              <a:defRPr sz="2025" b="1">
                <a:solidFill>
                  <a:srgbClr val="102A33"/>
                </a:solidFill>
              </a:defRPr>
            </a:lvl9pPr>
          </a:lstStyle>
          <a:p xmlns:a="http://schemas.openxmlformats.org/drawingml/2006/main">
            <a:pPr>
              <a:defRPr sz="2025" b="1">
                <a:solidFill>
                  <a:srgbClr val="102A33"/>
                </a:solidFill>
              </a:defRPr>
            </a:pPr>
            <a:r>
              <a:rPr sz="2025" b="1">
                <a:solidFill>
                  <a:srgbClr val="102A33"/>
                </a:solidFill>
              </a:rPr>
              <a:t>Policy gate</a:t>
            </a:r>
          </a:p>
        </p:txBody>
      </p:sp>
      <p:sp>
        <p:nvSpPr>
          <p:cNvPr id="13" name="Scope checks&#10;Sensitive-action approval">
            <a:extLst xmlns:a="http://schemas.openxmlformats.org/drawingml/2006/main">
              <a:ext uri="{FF2B5EF4-FFF2-40B4-BE49-F238E27FC236}">
                <a16:creationId xmlns:a16="http://schemas.microsoft.com/office/drawing/2014/main" id="{E44D8E3A-586A-40C7-8158-CA565C38E944}"/>
              </a:ext>
            </a:extLst>
          </p:cNvPr>
          <p:cNvSpPr>
            <a:spLocks xmlns:a="http://schemas.openxmlformats.org/drawingml/2006/main" noGrp="1"/>
          </p:cNvSpPr>
          <p:nvPr/>
        </p:nvSpPr>
        <p:spPr>
          <a:xfrm xmlns:a="http://schemas.openxmlformats.org/drawingml/2006/main">
            <a:off x="8839200" y="2657475"/>
            <a:ext cx="2476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76D"/>
                </a:solidFill>
              </a:defRPr>
            </a:defPPr>
            <a:lvl1pPr>
              <a:defRPr sz="1650" b="0">
                <a:solidFill>
                  <a:srgbClr val="52676D"/>
                </a:solidFill>
              </a:defRPr>
            </a:lvl1pPr>
            <a:lvl2pPr>
              <a:defRPr sz="1650" b="0">
                <a:solidFill>
                  <a:srgbClr val="52676D"/>
                </a:solidFill>
              </a:defRPr>
            </a:lvl2pPr>
            <a:lvl3pPr>
              <a:defRPr sz="1650" b="0">
                <a:solidFill>
                  <a:srgbClr val="52676D"/>
                </a:solidFill>
              </a:defRPr>
            </a:lvl3pPr>
            <a:lvl4pPr>
              <a:defRPr sz="1650" b="0">
                <a:solidFill>
                  <a:srgbClr val="52676D"/>
                </a:solidFill>
              </a:defRPr>
            </a:lvl4pPr>
            <a:lvl5pPr>
              <a:defRPr sz="1650" b="0">
                <a:solidFill>
                  <a:srgbClr val="52676D"/>
                </a:solidFill>
              </a:defRPr>
            </a:lvl5pPr>
            <a:lvl6pPr>
              <a:defRPr sz="1650" b="0">
                <a:solidFill>
                  <a:srgbClr val="52676D"/>
                </a:solidFill>
              </a:defRPr>
            </a:lvl6pPr>
            <a:lvl7pPr>
              <a:defRPr sz="1650" b="0">
                <a:solidFill>
                  <a:srgbClr val="52676D"/>
                </a:solidFill>
              </a:defRPr>
            </a:lvl7pPr>
            <a:lvl8pPr>
              <a:defRPr sz="1650" b="0">
                <a:solidFill>
                  <a:srgbClr val="52676D"/>
                </a:solidFill>
              </a:defRPr>
            </a:lvl8pPr>
            <a:lvl9pPr>
              <a:defRPr sz="1650" b="0">
                <a:solidFill>
                  <a:srgbClr val="52676D"/>
                </a:solidFill>
              </a:defRPr>
            </a:lvl9pPr>
          </a:lstStyle>
          <a:p xmlns:a="http://schemas.openxmlformats.org/drawingml/2006/main">
            <a:pPr>
              <a:defRPr sz="1650" b="0">
                <a:solidFill>
                  <a:srgbClr val="52676D"/>
                </a:solidFill>
              </a:defRPr>
            </a:pPr>
            <a:r>
              <a:rPr sz="1650" b="0">
                <a:solidFill>
                  <a:srgbClr val="52676D"/>
                </a:solidFill>
              </a:rPr>
              <a:t>Scope checks</a:t>
            </a:r>
          </a:p>
          <a:p xmlns:a="http://schemas.openxmlformats.org/drawingml/2006/main">
            <a:pPr>
              <a:defRPr sz="1650" b="0">
                <a:solidFill>
                  <a:srgbClr val="52676D"/>
                </a:solidFill>
              </a:defRPr>
            </a:pPr>
            <a:r>
              <a:rPr sz="1650" b="0">
                <a:solidFill>
                  <a:srgbClr val="52676D"/>
                </a:solidFill>
              </a:rPr>
              <a:t>Sensitive-action approval</a:t>
            </a:r>
          </a:p>
        </p:txBody>
      </p:sp>
      <p:sp>
        <p:nvSpPr>
          <p:cNvPr id="14" name="">
            <a:extLst xmlns:a="http://schemas.openxmlformats.org/drawingml/2006/main">
              <a:ext uri="{FF2B5EF4-FFF2-40B4-BE49-F238E27FC236}">
                <a16:creationId xmlns:a16="http://schemas.microsoft.com/office/drawing/2014/main" id="{E9E1431E-65D0-464C-844B-723C11F3AEBC}"/>
              </a:ext>
            </a:extLst>
          </p:cNvPr>
          <p:cNvSpPr>
            <a:spLocks xmlns:a="http://schemas.openxmlformats.org/drawingml/2006/main" noGrp="1"/>
          </p:cNvSpPr>
          <p:nvPr/>
        </p:nvSpPr>
        <p:spPr>
          <a:xfrm xmlns:a="http://schemas.openxmlformats.org/drawingml/2006/main">
            <a:off x="8648700" y="4067175"/>
            <a:ext cx="2857500" cy="1304925"/>
          </a:xfrm>
          <a:prstGeom xmlns:a="http://schemas.openxmlformats.org/drawingml/2006/main" prst="rect">
            <a:avLst/>
          </a:prstGeom>
          <a:noFill xmlns:a="http://schemas.openxmlformats.org/drawingml/2006/main"/>
          <a:ln xmlns:a="http://schemas.openxmlformats.org/drawingml/2006/main" w="14288">
            <a:solidFill>
              <a:srgbClr val="CCD6D4"/>
            </a:solidFill>
          </a:ln>
        </p:spPr>
      </p:sp>
      <p:sp>
        <p:nvSpPr>
          <p:cNvPr id="15" name="Specialist execution">
            <a:extLst xmlns:a="http://schemas.openxmlformats.org/drawingml/2006/main">
              <a:ext uri="{FF2B5EF4-FFF2-40B4-BE49-F238E27FC236}">
                <a16:creationId xmlns:a16="http://schemas.microsoft.com/office/drawing/2014/main" id="{8CDDA9AD-4B02-41A8-B0F7-13CF5FD78167}"/>
              </a:ext>
            </a:extLst>
          </p:cNvPr>
          <p:cNvSpPr>
            <a:spLocks xmlns:a="http://schemas.openxmlformats.org/drawingml/2006/main" noGrp="1"/>
          </p:cNvSpPr>
          <p:nvPr/>
        </p:nvSpPr>
        <p:spPr>
          <a:xfrm xmlns:a="http://schemas.openxmlformats.org/drawingml/2006/main">
            <a:off x="8839200" y="4248150"/>
            <a:ext cx="247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02A33"/>
                </a:solidFill>
              </a:defRPr>
            </a:defPPr>
            <a:lvl1pPr>
              <a:defRPr sz="2025" b="1">
                <a:solidFill>
                  <a:srgbClr val="102A33"/>
                </a:solidFill>
              </a:defRPr>
            </a:lvl1pPr>
            <a:lvl2pPr>
              <a:defRPr sz="2025" b="1">
                <a:solidFill>
                  <a:srgbClr val="102A33"/>
                </a:solidFill>
              </a:defRPr>
            </a:lvl2pPr>
            <a:lvl3pPr>
              <a:defRPr sz="2025" b="1">
                <a:solidFill>
                  <a:srgbClr val="102A33"/>
                </a:solidFill>
              </a:defRPr>
            </a:lvl3pPr>
            <a:lvl4pPr>
              <a:defRPr sz="2025" b="1">
                <a:solidFill>
                  <a:srgbClr val="102A33"/>
                </a:solidFill>
              </a:defRPr>
            </a:lvl4pPr>
            <a:lvl5pPr>
              <a:defRPr sz="2025" b="1">
                <a:solidFill>
                  <a:srgbClr val="102A33"/>
                </a:solidFill>
              </a:defRPr>
            </a:lvl5pPr>
            <a:lvl6pPr>
              <a:defRPr sz="2025" b="1">
                <a:solidFill>
                  <a:srgbClr val="102A33"/>
                </a:solidFill>
              </a:defRPr>
            </a:lvl6pPr>
            <a:lvl7pPr>
              <a:defRPr sz="2025" b="1">
                <a:solidFill>
                  <a:srgbClr val="102A33"/>
                </a:solidFill>
              </a:defRPr>
            </a:lvl7pPr>
            <a:lvl8pPr>
              <a:defRPr sz="2025" b="1">
                <a:solidFill>
                  <a:srgbClr val="102A33"/>
                </a:solidFill>
              </a:defRPr>
            </a:lvl8pPr>
            <a:lvl9pPr>
              <a:defRPr sz="2025" b="1">
                <a:solidFill>
                  <a:srgbClr val="102A33"/>
                </a:solidFill>
              </a:defRPr>
            </a:lvl9pPr>
          </a:lstStyle>
          <a:p xmlns:a="http://schemas.openxmlformats.org/drawingml/2006/main">
            <a:pPr>
              <a:defRPr sz="2025" b="1">
                <a:solidFill>
                  <a:srgbClr val="102A33"/>
                </a:solidFill>
              </a:defRPr>
            </a:pPr>
            <a:r>
              <a:rPr sz="2025" b="1">
                <a:solidFill>
                  <a:srgbClr val="102A33"/>
                </a:solidFill>
              </a:rPr>
              <a:t>Specialist execution</a:t>
            </a:r>
          </a:p>
        </p:txBody>
      </p:sp>
      <p:sp>
        <p:nvSpPr>
          <p:cNvPr id="16" name="Windows, files, browser&#10;Registered coding / t">
            <a:extLst xmlns:a="http://schemas.openxmlformats.org/drawingml/2006/main">
              <a:ext uri="{FF2B5EF4-FFF2-40B4-BE49-F238E27FC236}">
                <a16:creationId xmlns:a16="http://schemas.microsoft.com/office/drawing/2014/main" id="{FDE40891-6C6D-475F-8871-5DEA5E95ECDD}"/>
              </a:ext>
            </a:extLst>
          </p:cNvPr>
          <p:cNvSpPr>
            <a:spLocks xmlns:a="http://schemas.openxmlformats.org/drawingml/2006/main" noGrp="1"/>
          </p:cNvSpPr>
          <p:nvPr/>
        </p:nvSpPr>
        <p:spPr>
          <a:xfrm xmlns:a="http://schemas.openxmlformats.org/drawingml/2006/main">
            <a:off x="8839200" y="4695825"/>
            <a:ext cx="2476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76D"/>
                </a:solidFill>
              </a:defRPr>
            </a:defPPr>
            <a:lvl1pPr>
              <a:defRPr sz="1650" b="0">
                <a:solidFill>
                  <a:srgbClr val="52676D"/>
                </a:solidFill>
              </a:defRPr>
            </a:lvl1pPr>
            <a:lvl2pPr>
              <a:defRPr sz="1650" b="0">
                <a:solidFill>
                  <a:srgbClr val="52676D"/>
                </a:solidFill>
              </a:defRPr>
            </a:lvl2pPr>
            <a:lvl3pPr>
              <a:defRPr sz="1650" b="0">
                <a:solidFill>
                  <a:srgbClr val="52676D"/>
                </a:solidFill>
              </a:defRPr>
            </a:lvl3pPr>
            <a:lvl4pPr>
              <a:defRPr sz="1650" b="0">
                <a:solidFill>
                  <a:srgbClr val="52676D"/>
                </a:solidFill>
              </a:defRPr>
            </a:lvl4pPr>
            <a:lvl5pPr>
              <a:defRPr sz="1650" b="0">
                <a:solidFill>
                  <a:srgbClr val="52676D"/>
                </a:solidFill>
              </a:defRPr>
            </a:lvl5pPr>
            <a:lvl6pPr>
              <a:defRPr sz="1650" b="0">
                <a:solidFill>
                  <a:srgbClr val="52676D"/>
                </a:solidFill>
              </a:defRPr>
            </a:lvl6pPr>
            <a:lvl7pPr>
              <a:defRPr sz="1650" b="0">
                <a:solidFill>
                  <a:srgbClr val="52676D"/>
                </a:solidFill>
              </a:defRPr>
            </a:lvl7pPr>
            <a:lvl8pPr>
              <a:defRPr sz="1650" b="0">
                <a:solidFill>
                  <a:srgbClr val="52676D"/>
                </a:solidFill>
              </a:defRPr>
            </a:lvl8pPr>
            <a:lvl9pPr>
              <a:defRPr sz="1650" b="0">
                <a:solidFill>
                  <a:srgbClr val="52676D"/>
                </a:solidFill>
              </a:defRPr>
            </a:lvl9pPr>
          </a:lstStyle>
          <a:p xmlns:a="http://schemas.openxmlformats.org/drawingml/2006/main">
            <a:pPr>
              <a:defRPr sz="1650" b="0">
                <a:solidFill>
                  <a:srgbClr val="52676D"/>
                </a:solidFill>
              </a:defRPr>
            </a:pPr>
            <a:r>
              <a:rPr sz="1650" b="0">
                <a:solidFill>
                  <a:srgbClr val="52676D"/>
                </a:solidFill>
              </a:rPr>
              <a:t>Windows, files, browser</a:t>
            </a:r>
          </a:p>
          <a:p xmlns:a="http://schemas.openxmlformats.org/drawingml/2006/main">
            <a:pPr>
              <a:defRPr sz="1650" b="0">
                <a:solidFill>
                  <a:srgbClr val="52676D"/>
                </a:solidFill>
              </a:defRPr>
            </a:pPr>
            <a:r>
              <a:rPr sz="1650" b="0">
                <a:solidFill>
                  <a:srgbClr val="52676D"/>
                </a:solidFill>
              </a:rPr>
              <a:t>Registered coding / tests</a:t>
            </a:r>
          </a:p>
        </p:txBody>
      </p:sp>
      <p:sp>
        <p:nvSpPr>
          <p:cNvPr id="17" name="">
            <a:extLst xmlns:a="http://schemas.openxmlformats.org/drawingml/2006/main">
              <a:ext uri="{FF2B5EF4-FFF2-40B4-BE49-F238E27FC236}">
                <a16:creationId xmlns:a16="http://schemas.microsoft.com/office/drawing/2014/main" id="{82C34AF1-DBBF-4756-A765-25010218BAE2}"/>
              </a:ext>
            </a:extLst>
          </p:cNvPr>
          <p:cNvSpPr>
            <a:spLocks xmlns:a="http://schemas.openxmlformats.org/drawingml/2006/main" noGrp="1"/>
          </p:cNvSpPr>
          <p:nvPr/>
        </p:nvSpPr>
        <p:spPr>
          <a:xfrm xmlns:a="http://schemas.openxmlformats.org/drawingml/2006/main">
            <a:off x="4667250" y="4067175"/>
            <a:ext cx="2857500" cy="1304925"/>
          </a:xfrm>
          <a:prstGeom xmlns:a="http://schemas.openxmlformats.org/drawingml/2006/main" prst="rect">
            <a:avLst/>
          </a:prstGeom>
          <a:noFill xmlns:a="http://schemas.openxmlformats.org/drawingml/2006/main"/>
          <a:ln xmlns:a="http://schemas.openxmlformats.org/drawingml/2006/main" w="14288">
            <a:solidFill>
              <a:srgbClr val="CCD6D4"/>
            </a:solidFill>
          </a:ln>
        </p:spPr>
      </p:sp>
      <p:sp>
        <p:nvSpPr>
          <p:cNvPr id="18" name="Evidence + state">
            <a:extLst xmlns:a="http://schemas.openxmlformats.org/drawingml/2006/main">
              <a:ext uri="{FF2B5EF4-FFF2-40B4-BE49-F238E27FC236}">
                <a16:creationId xmlns:a16="http://schemas.microsoft.com/office/drawing/2014/main" id="{A3EDBACE-17DF-4F47-9C8E-FCC0E34A93B9}"/>
              </a:ext>
            </a:extLst>
          </p:cNvPr>
          <p:cNvSpPr>
            <a:spLocks xmlns:a="http://schemas.openxmlformats.org/drawingml/2006/main" noGrp="1"/>
          </p:cNvSpPr>
          <p:nvPr/>
        </p:nvSpPr>
        <p:spPr>
          <a:xfrm xmlns:a="http://schemas.openxmlformats.org/drawingml/2006/main">
            <a:off x="4857750" y="4248150"/>
            <a:ext cx="247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02A33"/>
                </a:solidFill>
              </a:defRPr>
            </a:defPPr>
            <a:lvl1pPr>
              <a:defRPr sz="2025" b="1">
                <a:solidFill>
                  <a:srgbClr val="102A33"/>
                </a:solidFill>
              </a:defRPr>
            </a:lvl1pPr>
            <a:lvl2pPr>
              <a:defRPr sz="2025" b="1">
                <a:solidFill>
                  <a:srgbClr val="102A33"/>
                </a:solidFill>
              </a:defRPr>
            </a:lvl2pPr>
            <a:lvl3pPr>
              <a:defRPr sz="2025" b="1">
                <a:solidFill>
                  <a:srgbClr val="102A33"/>
                </a:solidFill>
              </a:defRPr>
            </a:lvl3pPr>
            <a:lvl4pPr>
              <a:defRPr sz="2025" b="1">
                <a:solidFill>
                  <a:srgbClr val="102A33"/>
                </a:solidFill>
              </a:defRPr>
            </a:lvl4pPr>
            <a:lvl5pPr>
              <a:defRPr sz="2025" b="1">
                <a:solidFill>
                  <a:srgbClr val="102A33"/>
                </a:solidFill>
              </a:defRPr>
            </a:lvl5pPr>
            <a:lvl6pPr>
              <a:defRPr sz="2025" b="1">
                <a:solidFill>
                  <a:srgbClr val="102A33"/>
                </a:solidFill>
              </a:defRPr>
            </a:lvl6pPr>
            <a:lvl7pPr>
              <a:defRPr sz="2025" b="1">
                <a:solidFill>
                  <a:srgbClr val="102A33"/>
                </a:solidFill>
              </a:defRPr>
            </a:lvl7pPr>
            <a:lvl8pPr>
              <a:defRPr sz="2025" b="1">
                <a:solidFill>
                  <a:srgbClr val="102A33"/>
                </a:solidFill>
              </a:defRPr>
            </a:lvl8pPr>
            <a:lvl9pPr>
              <a:defRPr sz="2025" b="1">
                <a:solidFill>
                  <a:srgbClr val="102A33"/>
                </a:solidFill>
              </a:defRPr>
            </a:lvl9pPr>
          </a:lstStyle>
          <a:p xmlns:a="http://schemas.openxmlformats.org/drawingml/2006/main">
            <a:pPr>
              <a:defRPr sz="2025" b="1">
                <a:solidFill>
                  <a:srgbClr val="102A33"/>
                </a:solidFill>
              </a:defRPr>
            </a:pPr>
            <a:r>
              <a:rPr sz="2025" b="1">
                <a:solidFill>
                  <a:srgbClr val="102A33"/>
                </a:solidFill>
              </a:rPr>
              <a:t>Evidence + state</a:t>
            </a:r>
          </a:p>
        </p:txBody>
      </p:sp>
      <p:sp>
        <p:nvSpPr>
          <p:cNvPr id="19" name="Process results, read-back&#10;Task lifecycle and">
            <a:extLst xmlns:a="http://schemas.openxmlformats.org/drawingml/2006/main">
              <a:ext uri="{FF2B5EF4-FFF2-40B4-BE49-F238E27FC236}">
                <a16:creationId xmlns:a16="http://schemas.microsoft.com/office/drawing/2014/main" id="{7C4E1A3E-78F9-48C3-B652-342AA483221F}"/>
              </a:ext>
            </a:extLst>
          </p:cNvPr>
          <p:cNvSpPr>
            <a:spLocks xmlns:a="http://schemas.openxmlformats.org/drawingml/2006/main" noGrp="1"/>
          </p:cNvSpPr>
          <p:nvPr/>
        </p:nvSpPr>
        <p:spPr>
          <a:xfrm xmlns:a="http://schemas.openxmlformats.org/drawingml/2006/main">
            <a:off x="4857750" y="4695825"/>
            <a:ext cx="2476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76D"/>
                </a:solidFill>
              </a:defRPr>
            </a:defPPr>
            <a:lvl1pPr>
              <a:defRPr sz="1650" b="0">
                <a:solidFill>
                  <a:srgbClr val="52676D"/>
                </a:solidFill>
              </a:defRPr>
            </a:lvl1pPr>
            <a:lvl2pPr>
              <a:defRPr sz="1650" b="0">
                <a:solidFill>
                  <a:srgbClr val="52676D"/>
                </a:solidFill>
              </a:defRPr>
            </a:lvl2pPr>
            <a:lvl3pPr>
              <a:defRPr sz="1650" b="0">
                <a:solidFill>
                  <a:srgbClr val="52676D"/>
                </a:solidFill>
              </a:defRPr>
            </a:lvl3pPr>
            <a:lvl4pPr>
              <a:defRPr sz="1650" b="0">
                <a:solidFill>
                  <a:srgbClr val="52676D"/>
                </a:solidFill>
              </a:defRPr>
            </a:lvl4pPr>
            <a:lvl5pPr>
              <a:defRPr sz="1650" b="0">
                <a:solidFill>
                  <a:srgbClr val="52676D"/>
                </a:solidFill>
              </a:defRPr>
            </a:lvl5pPr>
            <a:lvl6pPr>
              <a:defRPr sz="1650" b="0">
                <a:solidFill>
                  <a:srgbClr val="52676D"/>
                </a:solidFill>
              </a:defRPr>
            </a:lvl6pPr>
            <a:lvl7pPr>
              <a:defRPr sz="1650" b="0">
                <a:solidFill>
                  <a:srgbClr val="52676D"/>
                </a:solidFill>
              </a:defRPr>
            </a:lvl7pPr>
            <a:lvl8pPr>
              <a:defRPr sz="1650" b="0">
                <a:solidFill>
                  <a:srgbClr val="52676D"/>
                </a:solidFill>
              </a:defRPr>
            </a:lvl8pPr>
            <a:lvl9pPr>
              <a:defRPr sz="1650" b="0">
                <a:solidFill>
                  <a:srgbClr val="52676D"/>
                </a:solidFill>
              </a:defRPr>
            </a:lvl9pPr>
          </a:lstStyle>
          <a:p xmlns:a="http://schemas.openxmlformats.org/drawingml/2006/main">
            <a:pPr>
              <a:defRPr sz="1650" b="0">
                <a:solidFill>
                  <a:srgbClr val="52676D"/>
                </a:solidFill>
              </a:defRPr>
            </a:pPr>
            <a:r>
              <a:rPr sz="1650" b="0">
                <a:solidFill>
                  <a:srgbClr val="52676D"/>
                </a:solidFill>
              </a:rPr>
              <a:t>Process results, read-back</a:t>
            </a:r>
          </a:p>
          <a:p xmlns:a="http://schemas.openxmlformats.org/drawingml/2006/main">
            <a:pPr>
              <a:defRPr sz="1650" b="0">
                <a:solidFill>
                  <a:srgbClr val="52676D"/>
                </a:solidFill>
              </a:defRPr>
            </a:pPr>
            <a:r>
              <a:rPr sz="1650" b="0">
                <a:solidFill>
                  <a:srgbClr val="52676D"/>
                </a:solidFill>
              </a:rPr>
              <a:t>Task lifecycle and records</a:t>
            </a:r>
          </a:p>
        </p:txBody>
      </p:sp>
      <p:sp>
        <p:nvSpPr>
          <p:cNvPr id="20" name="">
            <a:extLst xmlns:a="http://schemas.openxmlformats.org/drawingml/2006/main">
              <a:ext uri="{FF2B5EF4-FFF2-40B4-BE49-F238E27FC236}">
                <a16:creationId xmlns:a16="http://schemas.microsoft.com/office/drawing/2014/main" id="{C5C0BE1F-EA6A-4FEF-98FF-25B7D8DA2082}"/>
              </a:ext>
            </a:extLst>
          </p:cNvPr>
          <p:cNvSpPr>
            <a:spLocks xmlns:a="http://schemas.openxmlformats.org/drawingml/2006/main" noGrp="1"/>
          </p:cNvSpPr>
          <p:nvPr/>
        </p:nvSpPr>
        <p:spPr>
          <a:xfrm xmlns:a="http://schemas.openxmlformats.org/drawingml/2006/main">
            <a:off x="685800" y="4067175"/>
            <a:ext cx="2857500" cy="1304925"/>
          </a:xfrm>
          <a:prstGeom xmlns:a="http://schemas.openxmlformats.org/drawingml/2006/main" prst="rect">
            <a:avLst/>
          </a:prstGeom>
          <a:noFill xmlns:a="http://schemas.openxmlformats.org/drawingml/2006/main"/>
          <a:ln xmlns:a="http://schemas.openxmlformats.org/drawingml/2006/main" w="14288">
            <a:solidFill>
              <a:srgbClr val="CCD6D4"/>
            </a:solidFill>
          </a:ln>
        </p:spPr>
      </p:sp>
      <p:sp>
        <p:nvSpPr>
          <p:cNvPr id="21" name="User feedback">
            <a:extLst xmlns:a="http://schemas.openxmlformats.org/drawingml/2006/main">
              <a:ext uri="{FF2B5EF4-FFF2-40B4-BE49-F238E27FC236}">
                <a16:creationId xmlns:a16="http://schemas.microsoft.com/office/drawing/2014/main" id="{CDDBCDCB-92D0-48D7-B56A-79BA75F22B82}"/>
              </a:ext>
            </a:extLst>
          </p:cNvPr>
          <p:cNvSpPr>
            <a:spLocks xmlns:a="http://schemas.openxmlformats.org/drawingml/2006/main" noGrp="1"/>
          </p:cNvSpPr>
          <p:nvPr/>
        </p:nvSpPr>
        <p:spPr>
          <a:xfrm xmlns:a="http://schemas.openxmlformats.org/drawingml/2006/main">
            <a:off x="876300" y="4248150"/>
            <a:ext cx="247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02A33"/>
                </a:solidFill>
              </a:defRPr>
            </a:defPPr>
            <a:lvl1pPr>
              <a:defRPr sz="2025" b="1">
                <a:solidFill>
                  <a:srgbClr val="102A33"/>
                </a:solidFill>
              </a:defRPr>
            </a:lvl1pPr>
            <a:lvl2pPr>
              <a:defRPr sz="2025" b="1">
                <a:solidFill>
                  <a:srgbClr val="102A33"/>
                </a:solidFill>
              </a:defRPr>
            </a:lvl2pPr>
            <a:lvl3pPr>
              <a:defRPr sz="2025" b="1">
                <a:solidFill>
                  <a:srgbClr val="102A33"/>
                </a:solidFill>
              </a:defRPr>
            </a:lvl3pPr>
            <a:lvl4pPr>
              <a:defRPr sz="2025" b="1">
                <a:solidFill>
                  <a:srgbClr val="102A33"/>
                </a:solidFill>
              </a:defRPr>
            </a:lvl4pPr>
            <a:lvl5pPr>
              <a:defRPr sz="2025" b="1">
                <a:solidFill>
                  <a:srgbClr val="102A33"/>
                </a:solidFill>
              </a:defRPr>
            </a:lvl5pPr>
            <a:lvl6pPr>
              <a:defRPr sz="2025" b="1">
                <a:solidFill>
                  <a:srgbClr val="102A33"/>
                </a:solidFill>
              </a:defRPr>
            </a:lvl6pPr>
            <a:lvl7pPr>
              <a:defRPr sz="2025" b="1">
                <a:solidFill>
                  <a:srgbClr val="102A33"/>
                </a:solidFill>
              </a:defRPr>
            </a:lvl7pPr>
            <a:lvl8pPr>
              <a:defRPr sz="2025" b="1">
                <a:solidFill>
                  <a:srgbClr val="102A33"/>
                </a:solidFill>
              </a:defRPr>
            </a:lvl8pPr>
            <a:lvl9pPr>
              <a:defRPr sz="2025" b="1">
                <a:solidFill>
                  <a:srgbClr val="102A33"/>
                </a:solidFill>
              </a:defRPr>
            </a:lvl9pPr>
          </a:lstStyle>
          <a:p xmlns:a="http://schemas.openxmlformats.org/drawingml/2006/main">
            <a:pPr>
              <a:defRPr sz="2025" b="1">
                <a:solidFill>
                  <a:srgbClr val="102A33"/>
                </a:solidFill>
              </a:defRPr>
            </a:pPr>
            <a:r>
              <a:rPr sz="2025" b="1">
                <a:solidFill>
                  <a:srgbClr val="102A33"/>
                </a:solidFill>
              </a:rPr>
              <a:t>User feedback</a:t>
            </a:r>
          </a:p>
        </p:txBody>
      </p:sp>
      <p:sp>
        <p:nvSpPr>
          <p:cNvPr id="22" name="HUD status + spoken reply&#10;Success, partial or">
            <a:extLst xmlns:a="http://schemas.openxmlformats.org/drawingml/2006/main">
              <a:ext uri="{FF2B5EF4-FFF2-40B4-BE49-F238E27FC236}">
                <a16:creationId xmlns:a16="http://schemas.microsoft.com/office/drawing/2014/main" id="{7CB3E427-D2F6-42A2-B1E2-C2E0C3A59F56}"/>
              </a:ext>
            </a:extLst>
          </p:cNvPr>
          <p:cNvSpPr>
            <a:spLocks xmlns:a="http://schemas.openxmlformats.org/drawingml/2006/main" noGrp="1"/>
          </p:cNvSpPr>
          <p:nvPr/>
        </p:nvSpPr>
        <p:spPr>
          <a:xfrm xmlns:a="http://schemas.openxmlformats.org/drawingml/2006/main">
            <a:off x="876300" y="4695825"/>
            <a:ext cx="2476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76D"/>
                </a:solidFill>
              </a:defRPr>
            </a:defPPr>
            <a:lvl1pPr>
              <a:defRPr sz="1650" b="0">
                <a:solidFill>
                  <a:srgbClr val="52676D"/>
                </a:solidFill>
              </a:defRPr>
            </a:lvl1pPr>
            <a:lvl2pPr>
              <a:defRPr sz="1650" b="0">
                <a:solidFill>
                  <a:srgbClr val="52676D"/>
                </a:solidFill>
              </a:defRPr>
            </a:lvl2pPr>
            <a:lvl3pPr>
              <a:defRPr sz="1650" b="0">
                <a:solidFill>
                  <a:srgbClr val="52676D"/>
                </a:solidFill>
              </a:defRPr>
            </a:lvl3pPr>
            <a:lvl4pPr>
              <a:defRPr sz="1650" b="0">
                <a:solidFill>
                  <a:srgbClr val="52676D"/>
                </a:solidFill>
              </a:defRPr>
            </a:lvl4pPr>
            <a:lvl5pPr>
              <a:defRPr sz="1650" b="0">
                <a:solidFill>
                  <a:srgbClr val="52676D"/>
                </a:solidFill>
              </a:defRPr>
            </a:lvl5pPr>
            <a:lvl6pPr>
              <a:defRPr sz="1650" b="0">
                <a:solidFill>
                  <a:srgbClr val="52676D"/>
                </a:solidFill>
              </a:defRPr>
            </a:lvl6pPr>
            <a:lvl7pPr>
              <a:defRPr sz="1650" b="0">
                <a:solidFill>
                  <a:srgbClr val="52676D"/>
                </a:solidFill>
              </a:defRPr>
            </a:lvl7pPr>
            <a:lvl8pPr>
              <a:defRPr sz="1650" b="0">
                <a:solidFill>
                  <a:srgbClr val="52676D"/>
                </a:solidFill>
              </a:defRPr>
            </a:lvl8pPr>
            <a:lvl9pPr>
              <a:defRPr sz="1650" b="0">
                <a:solidFill>
                  <a:srgbClr val="52676D"/>
                </a:solidFill>
              </a:defRPr>
            </a:lvl9pPr>
          </a:lstStyle>
          <a:p xmlns:a="http://schemas.openxmlformats.org/drawingml/2006/main">
            <a:pPr>
              <a:defRPr sz="1650" b="0">
                <a:solidFill>
                  <a:srgbClr val="52676D"/>
                </a:solidFill>
              </a:defRPr>
            </a:pPr>
            <a:r>
              <a:rPr sz="1650" b="0">
                <a:solidFill>
                  <a:srgbClr val="52676D"/>
                </a:solidFill>
              </a:rPr>
              <a:t>HUD status + spoken reply</a:t>
            </a:r>
          </a:p>
          <a:p xmlns:a="http://schemas.openxmlformats.org/drawingml/2006/main">
            <a:pPr>
              <a:defRPr sz="1650" b="0">
                <a:solidFill>
                  <a:srgbClr val="52676D"/>
                </a:solidFill>
              </a:defRPr>
            </a:pPr>
            <a:r>
              <a:rPr sz="1650" b="0">
                <a:solidFill>
                  <a:srgbClr val="52676D"/>
                </a:solidFill>
              </a:rPr>
              <a:t>Success, partial or failure</a:t>
            </a:r>
          </a:p>
        </p:txBody>
      </p:sp>
      <p:sp>
        <p:nvSpPr>
          <p:cNvPr id="23" name="">
            <a:extLst xmlns:a="http://schemas.openxmlformats.org/drawingml/2006/main">
              <a:ext uri="{FF2B5EF4-FFF2-40B4-BE49-F238E27FC236}">
                <a16:creationId xmlns:a16="http://schemas.microsoft.com/office/drawing/2014/main" id="{3E56ED58-2288-45CC-98F1-F9637E149EDA}"/>
              </a:ext>
            </a:extLst>
          </p:cNvPr>
          <p:cNvSpPr>
            <a:spLocks xmlns:a="http://schemas.openxmlformats.org/drawingml/2006/main" noGrp="1"/>
          </p:cNvSpPr>
          <p:nvPr/>
        </p:nvSpPr>
        <p:spPr>
          <a:xfrm xmlns:a="http://schemas.openxmlformats.org/drawingml/2006/main" rot="0">
            <a:off x="3810000" y="2571750"/>
            <a:ext cx="590550" cy="171450"/>
          </a:xfrm>
          <a:prstGeom xmlns:a="http://schemas.openxmlformats.org/drawingml/2006/main" prst="rightArrow">
            <a:avLst/>
          </a:prstGeom>
          <a:solidFill xmlns:a="http://schemas.openxmlformats.org/drawingml/2006/main">
            <a:srgbClr val="007F8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081F828-C9E4-4C44-AEA0-5A304695A8A3}"/>
              </a:ext>
            </a:extLst>
          </p:cNvPr>
          <p:cNvSpPr>
            <a:spLocks xmlns:a="http://schemas.openxmlformats.org/drawingml/2006/main" noGrp="1"/>
          </p:cNvSpPr>
          <p:nvPr/>
        </p:nvSpPr>
        <p:spPr>
          <a:xfrm xmlns:a="http://schemas.openxmlformats.org/drawingml/2006/main" rot="0">
            <a:off x="7791450" y="2571750"/>
            <a:ext cx="590550" cy="171450"/>
          </a:xfrm>
          <a:prstGeom xmlns:a="http://schemas.openxmlformats.org/drawingml/2006/main" prst="rightArrow">
            <a:avLst/>
          </a:prstGeom>
          <a:solidFill xmlns:a="http://schemas.openxmlformats.org/drawingml/2006/main">
            <a:srgbClr val="007F8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8FF3214-483E-4389-A220-1103FF606658}"/>
              </a:ext>
            </a:extLst>
          </p:cNvPr>
          <p:cNvSpPr>
            <a:spLocks xmlns:a="http://schemas.openxmlformats.org/drawingml/2006/main" noGrp="1"/>
          </p:cNvSpPr>
          <p:nvPr/>
        </p:nvSpPr>
        <p:spPr>
          <a:xfrm xmlns:a="http://schemas.openxmlformats.org/drawingml/2006/main" rot="5400000">
            <a:off x="9791700" y="3562350"/>
            <a:ext cx="571500" cy="171450"/>
          </a:xfrm>
          <a:prstGeom xmlns:a="http://schemas.openxmlformats.org/drawingml/2006/main" prst="rightArrow">
            <a:avLst/>
          </a:prstGeom>
          <a:solidFill xmlns:a="http://schemas.openxmlformats.org/drawingml/2006/main">
            <a:srgbClr val="007F8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FA1DA5F-1B75-4BF4-AF76-836A6860264B}"/>
              </a:ext>
            </a:extLst>
          </p:cNvPr>
          <p:cNvSpPr>
            <a:spLocks xmlns:a="http://schemas.openxmlformats.org/drawingml/2006/main" noGrp="1"/>
          </p:cNvSpPr>
          <p:nvPr/>
        </p:nvSpPr>
        <p:spPr>
          <a:xfrm xmlns:a="http://schemas.openxmlformats.org/drawingml/2006/main" rot="10800000">
            <a:off x="7791450" y="4629150"/>
            <a:ext cx="590550" cy="171450"/>
          </a:xfrm>
          <a:prstGeom xmlns:a="http://schemas.openxmlformats.org/drawingml/2006/main" prst="rightArrow">
            <a:avLst/>
          </a:prstGeom>
          <a:solidFill xmlns:a="http://schemas.openxmlformats.org/drawingml/2006/main">
            <a:srgbClr val="007F8B"/>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1F0F88C-4B33-47BF-9E2B-B7A0092EFA13}"/>
              </a:ext>
            </a:extLst>
          </p:cNvPr>
          <p:cNvSpPr>
            <a:spLocks xmlns:a="http://schemas.openxmlformats.org/drawingml/2006/main" noGrp="1"/>
          </p:cNvSpPr>
          <p:nvPr/>
        </p:nvSpPr>
        <p:spPr>
          <a:xfrm xmlns:a="http://schemas.openxmlformats.org/drawingml/2006/main" rot="10800000">
            <a:off x="3810000" y="4629150"/>
            <a:ext cx="590550" cy="171450"/>
          </a:xfrm>
          <a:prstGeom xmlns:a="http://schemas.openxmlformats.org/drawingml/2006/main" prst="rightArrow">
            <a:avLst/>
          </a:prstGeom>
          <a:solidFill xmlns:a="http://schemas.openxmlformats.org/drawingml/2006/main">
            <a:srgbClr val="007F8B"/>
          </a:solidFill>
          <a:ln xmlns:a="http://schemas.openxmlformats.org/drawingml/2006/main" w="0">
            <a:noFill/>
          </a:ln>
        </p:spPr>
      </p:sp>
      <p:sp>
        <p:nvSpPr>
          <p:cNvPr id="28" name="TypeScript / Fastify / WebSockets / SQLite / ">
            <a:extLst xmlns:a="http://schemas.openxmlformats.org/drawingml/2006/main">
              <a:ext uri="{FF2B5EF4-FFF2-40B4-BE49-F238E27FC236}">
                <a16:creationId xmlns:a16="http://schemas.microsoft.com/office/drawing/2014/main" id="{B19868D1-641B-4CA0-9E11-9F69790C8254}"/>
              </a:ext>
            </a:extLst>
          </p:cNvPr>
          <p:cNvSpPr>
            <a:spLocks xmlns:a="http://schemas.openxmlformats.org/drawingml/2006/main" noGrp="1"/>
          </p:cNvSpPr>
          <p:nvPr/>
        </p:nvSpPr>
        <p:spPr>
          <a:xfrm xmlns:a="http://schemas.openxmlformats.org/drawingml/2006/main">
            <a:off x="685800" y="5762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2676D"/>
                </a:solidFill>
              </a:defRPr>
            </a:defPPr>
            <a:lvl1pPr>
              <a:defRPr sz="1800" b="0">
                <a:solidFill>
                  <a:srgbClr val="52676D"/>
                </a:solidFill>
              </a:defRPr>
            </a:lvl1pPr>
            <a:lvl2pPr>
              <a:defRPr sz="1800" b="0">
                <a:solidFill>
                  <a:srgbClr val="52676D"/>
                </a:solidFill>
              </a:defRPr>
            </a:lvl2pPr>
            <a:lvl3pPr>
              <a:defRPr sz="1800" b="0">
                <a:solidFill>
                  <a:srgbClr val="52676D"/>
                </a:solidFill>
              </a:defRPr>
            </a:lvl3pPr>
            <a:lvl4pPr>
              <a:defRPr sz="1800" b="0">
                <a:solidFill>
                  <a:srgbClr val="52676D"/>
                </a:solidFill>
              </a:defRPr>
            </a:lvl4pPr>
            <a:lvl5pPr>
              <a:defRPr sz="1800" b="0">
                <a:solidFill>
                  <a:srgbClr val="52676D"/>
                </a:solidFill>
              </a:defRPr>
            </a:lvl5pPr>
            <a:lvl6pPr>
              <a:defRPr sz="1800" b="0">
                <a:solidFill>
                  <a:srgbClr val="52676D"/>
                </a:solidFill>
              </a:defRPr>
            </a:lvl6pPr>
            <a:lvl7pPr>
              <a:defRPr sz="1800" b="0">
                <a:solidFill>
                  <a:srgbClr val="52676D"/>
                </a:solidFill>
              </a:defRPr>
            </a:lvl7pPr>
            <a:lvl8pPr>
              <a:defRPr sz="1800" b="0">
                <a:solidFill>
                  <a:srgbClr val="52676D"/>
                </a:solidFill>
              </a:defRPr>
            </a:lvl8pPr>
            <a:lvl9pPr>
              <a:defRPr sz="1800" b="0">
                <a:solidFill>
                  <a:srgbClr val="52676D"/>
                </a:solidFill>
              </a:defRPr>
            </a:lvl9pPr>
          </a:lstStyle>
          <a:p xmlns:a="http://schemas.openxmlformats.org/drawingml/2006/main">
            <a:pPr>
              <a:defRPr sz="1800" b="0">
                <a:solidFill>
                  <a:srgbClr val="52676D"/>
                </a:solidFill>
              </a:defRPr>
            </a:pPr>
            <a:r>
              <a:rPr sz="1800" b="0">
                <a:solidFill>
                  <a:srgbClr val="52676D"/>
                </a:solidFill>
              </a:rPr>
              <a:t>TypeScript / Fastify / WebSockets / SQLite / PowerShell / Playwright</a:t>
            </a:r>
          </a:p>
        </p:txBody>
      </p:sp>
    </p:spTree>
    <p:extLst>
      <p:ext uri="{BB962C8B-B14F-4D97-AF65-F5344CB8AC3E}">
        <p14:creationId xmlns:p14="http://schemas.microsoft.com/office/powerpoint/2010/main" val="151124815"/>
      </p:ext>
    </p:extLst>
  </p:cSld>
</p:sld>
</file>

<file path=ppt/slides/slide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 name="Technical abilities in the prototype">
            <a:extLst xmlns:a="http://schemas.openxmlformats.org/drawingml/2006/main">
              <a:ext uri="{FF2B5EF4-FFF2-40B4-BE49-F238E27FC236}">
                <a16:creationId xmlns:a16="http://schemas.microsoft.com/office/drawing/2014/main" id="{186CC8F4-A7E3-450F-9623-43414883AEDE}"/>
              </a:ext>
            </a:extLst>
          </p:cNvPr>
          <p:cNvSpPr>
            <a:spLocks xmlns:a="http://schemas.openxmlformats.org/drawingml/2006/main" noGrp="1"/>
          </p:cNvSpPr>
          <p:nvPr/>
        </p:nvSpPr>
        <p:spPr>
          <a:xfrm xmlns:a="http://schemas.openxmlformats.org/drawingml/2006/main">
            <a:off x="685800" y="5524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A33"/>
                </a:solidFill>
              </a:defRPr>
            </a:defPPr>
            <a:lvl1pPr>
              <a:defRPr sz="3300" b="1">
                <a:solidFill>
                  <a:srgbClr val="102A33"/>
                </a:solidFill>
              </a:defRPr>
            </a:lvl1pPr>
            <a:lvl2pPr>
              <a:defRPr sz="3300" b="1">
                <a:solidFill>
                  <a:srgbClr val="102A33"/>
                </a:solidFill>
              </a:defRPr>
            </a:lvl2pPr>
            <a:lvl3pPr>
              <a:defRPr sz="3300" b="1">
                <a:solidFill>
                  <a:srgbClr val="102A33"/>
                </a:solidFill>
              </a:defRPr>
            </a:lvl3pPr>
            <a:lvl4pPr>
              <a:defRPr sz="3300" b="1">
                <a:solidFill>
                  <a:srgbClr val="102A33"/>
                </a:solidFill>
              </a:defRPr>
            </a:lvl4pPr>
            <a:lvl5pPr>
              <a:defRPr sz="3300" b="1">
                <a:solidFill>
                  <a:srgbClr val="102A33"/>
                </a:solidFill>
              </a:defRPr>
            </a:lvl5pPr>
            <a:lvl6pPr>
              <a:defRPr sz="3300" b="1">
                <a:solidFill>
                  <a:srgbClr val="102A33"/>
                </a:solidFill>
              </a:defRPr>
            </a:lvl6pPr>
            <a:lvl7pPr>
              <a:defRPr sz="3300" b="1">
                <a:solidFill>
                  <a:srgbClr val="102A33"/>
                </a:solidFill>
              </a:defRPr>
            </a:lvl7pPr>
            <a:lvl8pPr>
              <a:defRPr sz="3300" b="1">
                <a:solidFill>
                  <a:srgbClr val="102A33"/>
                </a:solidFill>
              </a:defRPr>
            </a:lvl8pPr>
            <a:lvl9pPr>
              <a:defRPr sz="3300" b="1">
                <a:solidFill>
                  <a:srgbClr val="102A33"/>
                </a:solidFill>
              </a:defRPr>
            </a:lvl9pPr>
          </a:lstStyle>
          <a:p xmlns:a="http://schemas.openxmlformats.org/drawingml/2006/main">
            <a:pPr>
              <a:defRPr sz="3300" b="1">
                <a:solidFill>
                  <a:srgbClr val="102A33"/>
                </a:solidFill>
              </a:defRPr>
            </a:pPr>
            <a:r>
              <a:rPr sz="3300" b="1">
                <a:solidFill>
                  <a:srgbClr val="102A33"/>
                </a:solidFill>
              </a:rPr>
              <a:t>Technical abilities in the prototype</a:t>
            </a:r>
          </a:p>
        </p:txBody>
      </p:sp>
      <p:sp>
        <p:nvSpPr>
          <p:cNvPr id="3" name="VANESSA">
            <a:extLst xmlns:a="http://schemas.openxmlformats.org/drawingml/2006/main">
              <a:ext uri="{FF2B5EF4-FFF2-40B4-BE49-F238E27FC236}">
                <a16:creationId xmlns:a16="http://schemas.microsoft.com/office/drawing/2014/main" id="{A56B2B05-69B5-4F97-8284-83D92E9A66D9}"/>
              </a:ext>
            </a:extLst>
          </p:cNvPr>
          <p:cNvSpPr>
            <a:spLocks xmlns:a="http://schemas.openxmlformats.org/drawingml/2006/main" noGrp="1"/>
          </p:cNvSpPr>
          <p:nvPr/>
        </p:nvSpPr>
        <p:spPr>
          <a:xfrm xmlns:a="http://schemas.openxmlformats.org/drawingml/2006/main">
            <a:off x="685800" y="641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2676D"/>
                </a:solidFill>
              </a:defRPr>
            </a:defPPr>
            <a:lvl1pPr>
              <a:defRPr sz="1125" b="1">
                <a:solidFill>
                  <a:srgbClr val="52676D"/>
                </a:solidFill>
              </a:defRPr>
            </a:lvl1pPr>
            <a:lvl2pPr>
              <a:defRPr sz="1125" b="1">
                <a:solidFill>
                  <a:srgbClr val="52676D"/>
                </a:solidFill>
              </a:defRPr>
            </a:lvl2pPr>
            <a:lvl3pPr>
              <a:defRPr sz="1125" b="1">
                <a:solidFill>
                  <a:srgbClr val="52676D"/>
                </a:solidFill>
              </a:defRPr>
            </a:lvl3pPr>
            <a:lvl4pPr>
              <a:defRPr sz="1125" b="1">
                <a:solidFill>
                  <a:srgbClr val="52676D"/>
                </a:solidFill>
              </a:defRPr>
            </a:lvl4pPr>
            <a:lvl5pPr>
              <a:defRPr sz="1125" b="1">
                <a:solidFill>
                  <a:srgbClr val="52676D"/>
                </a:solidFill>
              </a:defRPr>
            </a:lvl5pPr>
            <a:lvl6pPr>
              <a:defRPr sz="1125" b="1">
                <a:solidFill>
                  <a:srgbClr val="52676D"/>
                </a:solidFill>
              </a:defRPr>
            </a:lvl6pPr>
            <a:lvl7pPr>
              <a:defRPr sz="1125" b="1">
                <a:solidFill>
                  <a:srgbClr val="52676D"/>
                </a:solidFill>
              </a:defRPr>
            </a:lvl7pPr>
            <a:lvl8pPr>
              <a:defRPr sz="1125" b="1">
                <a:solidFill>
                  <a:srgbClr val="52676D"/>
                </a:solidFill>
              </a:defRPr>
            </a:lvl8pPr>
            <a:lvl9pPr>
              <a:defRPr sz="1125" b="1">
                <a:solidFill>
                  <a:srgbClr val="52676D"/>
                </a:solidFill>
              </a:defRPr>
            </a:lvl9pPr>
          </a:lstStyle>
          <a:p xmlns:a="http://schemas.openxmlformats.org/drawingml/2006/main">
            <a:pPr>
              <a:defRPr sz="1125" b="1">
                <a:solidFill>
                  <a:srgbClr val="52676D"/>
                </a:solidFill>
              </a:defRPr>
            </a:pPr>
            <a:r>
              <a:rPr sz="1125" b="1">
                <a:solidFill>
                  <a:srgbClr val="52676D"/>
                </a:solidFill>
              </a:rPr>
              <a:t>VANESSA</a:t>
            </a:r>
          </a:p>
        </p:txBody>
      </p:sp>
      <p:sp>
        <p:nvSpPr>
          <p:cNvPr id="4" name="05 / 11">
            <a:extLst xmlns:a="http://schemas.openxmlformats.org/drawingml/2006/main">
              <a:ext uri="{FF2B5EF4-FFF2-40B4-BE49-F238E27FC236}">
                <a16:creationId xmlns:a16="http://schemas.microsoft.com/office/drawing/2014/main" id="{1C441297-810C-4F7A-BC80-D0E2C85F1C21}"/>
              </a:ext>
            </a:extLst>
          </p:cNvPr>
          <p:cNvSpPr>
            <a:spLocks xmlns:a="http://schemas.openxmlformats.org/drawingml/2006/main" noGrp="1"/>
          </p:cNvSpPr>
          <p:nvPr/>
        </p:nvSpPr>
        <p:spPr>
          <a:xfrm xmlns:a="http://schemas.openxmlformats.org/drawingml/2006/main">
            <a:off x="10648950" y="64198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6D"/>
                </a:solidFill>
              </a:defRPr>
            </a:defPPr>
            <a:lvl1pPr>
              <a:defRPr sz="1125" b="0">
                <a:solidFill>
                  <a:srgbClr val="52676D"/>
                </a:solidFill>
              </a:defRPr>
            </a:lvl1pPr>
            <a:lvl2pPr>
              <a:defRPr sz="1125" b="0">
                <a:solidFill>
                  <a:srgbClr val="52676D"/>
                </a:solidFill>
              </a:defRPr>
            </a:lvl2pPr>
            <a:lvl3pPr>
              <a:defRPr sz="1125" b="0">
                <a:solidFill>
                  <a:srgbClr val="52676D"/>
                </a:solidFill>
              </a:defRPr>
            </a:lvl3pPr>
            <a:lvl4pPr>
              <a:defRPr sz="1125" b="0">
                <a:solidFill>
                  <a:srgbClr val="52676D"/>
                </a:solidFill>
              </a:defRPr>
            </a:lvl4pPr>
            <a:lvl5pPr>
              <a:defRPr sz="1125" b="0">
                <a:solidFill>
                  <a:srgbClr val="52676D"/>
                </a:solidFill>
              </a:defRPr>
            </a:lvl5pPr>
            <a:lvl6pPr>
              <a:defRPr sz="1125" b="0">
                <a:solidFill>
                  <a:srgbClr val="52676D"/>
                </a:solidFill>
              </a:defRPr>
            </a:lvl6pPr>
            <a:lvl7pPr>
              <a:defRPr sz="1125" b="0">
                <a:solidFill>
                  <a:srgbClr val="52676D"/>
                </a:solidFill>
              </a:defRPr>
            </a:lvl7pPr>
            <a:lvl8pPr>
              <a:defRPr sz="1125" b="0">
                <a:solidFill>
                  <a:srgbClr val="52676D"/>
                </a:solidFill>
              </a:defRPr>
            </a:lvl8pPr>
            <a:lvl9pPr>
              <a:defRPr sz="1125" b="0">
                <a:solidFill>
                  <a:srgbClr val="52676D"/>
                </a:solidFill>
              </a:defRPr>
            </a:lvl9pPr>
          </a:lstStyle>
          <a:p xmlns:a="http://schemas.openxmlformats.org/drawingml/2006/main">
            <a:pPr>
              <a:defRPr sz="1125" b="0">
                <a:solidFill>
                  <a:srgbClr val="52676D"/>
                </a:solidFill>
              </a:defRPr>
            </a:pPr>
            <a:r>
              <a:rPr sz="1125" b="0">
                <a:solidFill>
                  <a:srgbClr val="52676D"/>
                </a:solidFill>
              </a:rPr>
              <a:t>05 / 11</a:t>
            </a:r>
          </a:p>
        </p:txBody>
      </p:sp>
      <p:sp>
        <p:nvSpPr>
          <p:cNvPr id="5" name="01">
            <a:extLst xmlns:a="http://schemas.openxmlformats.org/drawingml/2006/main">
              <a:ext uri="{FF2B5EF4-FFF2-40B4-BE49-F238E27FC236}">
                <a16:creationId xmlns:a16="http://schemas.microsoft.com/office/drawing/2014/main" id="{DFDC285D-46EB-49D5-B205-81ABD3ED37DA}"/>
              </a:ext>
            </a:extLst>
          </p:cNvPr>
          <p:cNvSpPr>
            <a:spLocks xmlns:a="http://schemas.openxmlformats.org/drawingml/2006/main" noGrp="1"/>
          </p:cNvSpPr>
          <p:nvPr/>
        </p:nvSpPr>
        <p:spPr>
          <a:xfrm xmlns:a="http://schemas.openxmlformats.org/drawingml/2006/main">
            <a:off x="685800" y="1876425"/>
            <a:ext cx="638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8B"/>
                </a:solidFill>
              </a:defRPr>
            </a:defPPr>
            <a:lvl1pPr>
              <a:defRPr sz="2250" b="1">
                <a:solidFill>
                  <a:srgbClr val="007F8B"/>
                </a:solidFill>
              </a:defRPr>
            </a:lvl1pPr>
            <a:lvl2pPr>
              <a:defRPr sz="2250" b="1">
                <a:solidFill>
                  <a:srgbClr val="007F8B"/>
                </a:solidFill>
              </a:defRPr>
            </a:lvl2pPr>
            <a:lvl3pPr>
              <a:defRPr sz="2250" b="1">
                <a:solidFill>
                  <a:srgbClr val="007F8B"/>
                </a:solidFill>
              </a:defRPr>
            </a:lvl3pPr>
            <a:lvl4pPr>
              <a:defRPr sz="2250" b="1">
                <a:solidFill>
                  <a:srgbClr val="007F8B"/>
                </a:solidFill>
              </a:defRPr>
            </a:lvl4pPr>
            <a:lvl5pPr>
              <a:defRPr sz="2250" b="1">
                <a:solidFill>
                  <a:srgbClr val="007F8B"/>
                </a:solidFill>
              </a:defRPr>
            </a:lvl5pPr>
            <a:lvl6pPr>
              <a:defRPr sz="2250" b="1">
                <a:solidFill>
                  <a:srgbClr val="007F8B"/>
                </a:solidFill>
              </a:defRPr>
            </a:lvl6pPr>
            <a:lvl7pPr>
              <a:defRPr sz="2250" b="1">
                <a:solidFill>
                  <a:srgbClr val="007F8B"/>
                </a:solidFill>
              </a:defRPr>
            </a:lvl7pPr>
            <a:lvl8pPr>
              <a:defRPr sz="2250" b="1">
                <a:solidFill>
                  <a:srgbClr val="007F8B"/>
                </a:solidFill>
              </a:defRPr>
            </a:lvl8pPr>
            <a:lvl9pPr>
              <a:defRPr sz="2250" b="1">
                <a:solidFill>
                  <a:srgbClr val="007F8B"/>
                </a:solidFill>
              </a:defRPr>
            </a:lvl9pPr>
          </a:lstStyle>
          <a:p xmlns:a="http://schemas.openxmlformats.org/drawingml/2006/main">
            <a:pPr>
              <a:defRPr sz="2250" b="1">
                <a:solidFill>
                  <a:srgbClr val="007F8B"/>
                </a:solidFill>
              </a:defRPr>
            </a:pPr>
            <a:r>
              <a:rPr sz="2250" b="1">
                <a:solidFill>
                  <a:srgbClr val="007F8B"/>
                </a:solidFill>
              </a:rPr>
              <a:t>01</a:t>
            </a:r>
          </a:p>
        </p:txBody>
      </p:sp>
      <p:sp>
        <p:nvSpPr>
          <p:cNvPr id="6" name="Windows controls">
            <a:extLst xmlns:a="http://schemas.openxmlformats.org/drawingml/2006/main">
              <a:ext uri="{FF2B5EF4-FFF2-40B4-BE49-F238E27FC236}">
                <a16:creationId xmlns:a16="http://schemas.microsoft.com/office/drawing/2014/main" id="{8F8C7190-747A-42A1-81BE-40DD62AAB6A9}"/>
              </a:ext>
            </a:extLst>
          </p:cNvPr>
          <p:cNvSpPr>
            <a:spLocks xmlns:a="http://schemas.openxmlformats.org/drawingml/2006/main" noGrp="1"/>
          </p:cNvSpPr>
          <p:nvPr/>
        </p:nvSpPr>
        <p:spPr>
          <a:xfrm xmlns:a="http://schemas.openxmlformats.org/drawingml/2006/main">
            <a:off x="1619250" y="18764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02A33"/>
                </a:solidFill>
              </a:defRPr>
            </a:defPPr>
            <a:lvl1pPr>
              <a:defRPr sz="2175" b="1">
                <a:solidFill>
                  <a:srgbClr val="102A33"/>
                </a:solidFill>
              </a:defRPr>
            </a:lvl1pPr>
            <a:lvl2pPr>
              <a:defRPr sz="2175" b="1">
                <a:solidFill>
                  <a:srgbClr val="102A33"/>
                </a:solidFill>
              </a:defRPr>
            </a:lvl2pPr>
            <a:lvl3pPr>
              <a:defRPr sz="2175" b="1">
                <a:solidFill>
                  <a:srgbClr val="102A33"/>
                </a:solidFill>
              </a:defRPr>
            </a:lvl3pPr>
            <a:lvl4pPr>
              <a:defRPr sz="2175" b="1">
                <a:solidFill>
                  <a:srgbClr val="102A33"/>
                </a:solidFill>
              </a:defRPr>
            </a:lvl4pPr>
            <a:lvl5pPr>
              <a:defRPr sz="2175" b="1">
                <a:solidFill>
                  <a:srgbClr val="102A33"/>
                </a:solidFill>
              </a:defRPr>
            </a:lvl5pPr>
            <a:lvl6pPr>
              <a:defRPr sz="2175" b="1">
                <a:solidFill>
                  <a:srgbClr val="102A33"/>
                </a:solidFill>
              </a:defRPr>
            </a:lvl6pPr>
            <a:lvl7pPr>
              <a:defRPr sz="2175" b="1">
                <a:solidFill>
                  <a:srgbClr val="102A33"/>
                </a:solidFill>
              </a:defRPr>
            </a:lvl7pPr>
            <a:lvl8pPr>
              <a:defRPr sz="2175" b="1">
                <a:solidFill>
                  <a:srgbClr val="102A33"/>
                </a:solidFill>
              </a:defRPr>
            </a:lvl8pPr>
            <a:lvl9pPr>
              <a:defRPr sz="2175" b="1">
                <a:solidFill>
                  <a:srgbClr val="102A33"/>
                </a:solidFill>
              </a:defRPr>
            </a:lvl9pPr>
          </a:lstStyle>
          <a:p xmlns:a="http://schemas.openxmlformats.org/drawingml/2006/main">
            <a:pPr>
              <a:defRPr sz="2175" b="1">
                <a:solidFill>
                  <a:srgbClr val="102A33"/>
                </a:solidFill>
              </a:defRPr>
            </a:pPr>
            <a:r>
              <a:rPr sz="2175" b="1">
                <a:solidFill>
                  <a:srgbClr val="102A33"/>
                </a:solidFill>
              </a:rPr>
              <a:t>Windows controls</a:t>
            </a:r>
          </a:p>
        </p:txBody>
      </p:sp>
      <p:sp>
        <p:nvSpPr>
          <p:cNvPr id="7" name="Application launch, screenshots, device disco">
            <a:extLst xmlns:a="http://schemas.openxmlformats.org/drawingml/2006/main">
              <a:ext uri="{FF2B5EF4-FFF2-40B4-BE49-F238E27FC236}">
                <a16:creationId xmlns:a16="http://schemas.microsoft.com/office/drawing/2014/main" id="{1A629D3E-A3F4-4A36-A653-6715DB95B85A}"/>
              </a:ext>
            </a:extLst>
          </p:cNvPr>
          <p:cNvSpPr>
            <a:spLocks xmlns:a="http://schemas.openxmlformats.org/drawingml/2006/main" noGrp="1"/>
          </p:cNvSpPr>
          <p:nvPr/>
        </p:nvSpPr>
        <p:spPr>
          <a:xfrm xmlns:a="http://schemas.openxmlformats.org/drawingml/2006/main">
            <a:off x="5734050" y="1876425"/>
            <a:ext cx="5772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Application launch, screenshots, device discovery,</a:t>
            </a:r>
          </a:p>
          <a:p xmlns:a="http://schemas.openxmlformats.org/drawingml/2006/main">
            <a:pPr>
              <a:defRPr sz="1875" b="0">
                <a:solidFill>
                  <a:srgbClr val="52676D"/>
                </a:solidFill>
              </a:defRPr>
            </a:pPr>
            <a:r>
              <a:rPr sz="1875" b="0">
                <a:solidFill>
                  <a:srgbClr val="52676D"/>
                </a:solidFill>
              </a:rPr>
              <a:t>Core Audio volume/mute and supported display brightness.</a:t>
            </a:r>
          </a:p>
        </p:txBody>
      </p:sp>
      <p:sp>
        <p:nvSpPr>
          <p:cNvPr id="8" name="">
            <a:extLst xmlns:a="http://schemas.openxmlformats.org/drawingml/2006/main">
              <a:ext uri="{FF2B5EF4-FFF2-40B4-BE49-F238E27FC236}">
                <a16:creationId xmlns:a16="http://schemas.microsoft.com/office/drawing/2014/main" id="{E074C6A1-404F-4892-8803-18F980F8ED5C}"/>
              </a:ext>
            </a:extLst>
          </p:cNvPr>
          <p:cNvSpPr>
            <a:spLocks xmlns:a="http://schemas.openxmlformats.org/drawingml/2006/main" noGrp="1"/>
          </p:cNvSpPr>
          <p:nvPr/>
        </p:nvSpPr>
        <p:spPr>
          <a:xfrm xmlns:a="http://schemas.openxmlformats.org/drawingml/2006/main">
            <a:off x="1619250" y="2771775"/>
            <a:ext cx="9886950" cy="0"/>
          </a:xfrm>
          <a:prstGeom xmlns:a="http://schemas.openxmlformats.org/drawingml/2006/main" prst="line">
            <a:avLst/>
          </a:prstGeom>
          <a:noFill xmlns:a="http://schemas.openxmlformats.org/drawingml/2006/main"/>
          <a:ln xmlns:a="http://schemas.openxmlformats.org/drawingml/2006/main" w="9525">
            <a:solidFill>
              <a:srgbClr val="CCD6D4"/>
            </a:solidFill>
          </a:ln>
        </p:spPr>
      </p:sp>
      <p:sp>
        <p:nvSpPr>
          <p:cNvPr id="9" name="02">
            <a:extLst xmlns:a="http://schemas.openxmlformats.org/drawingml/2006/main">
              <a:ext uri="{FF2B5EF4-FFF2-40B4-BE49-F238E27FC236}">
                <a16:creationId xmlns:a16="http://schemas.microsoft.com/office/drawing/2014/main" id="{6FA66C0B-A682-4F2E-B940-6F8F5288E550}"/>
              </a:ext>
            </a:extLst>
          </p:cNvPr>
          <p:cNvSpPr>
            <a:spLocks xmlns:a="http://schemas.openxmlformats.org/drawingml/2006/main" noGrp="1"/>
          </p:cNvSpPr>
          <p:nvPr/>
        </p:nvSpPr>
        <p:spPr>
          <a:xfrm xmlns:a="http://schemas.openxmlformats.org/drawingml/2006/main">
            <a:off x="685800" y="2943225"/>
            <a:ext cx="638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8B"/>
                </a:solidFill>
              </a:defRPr>
            </a:defPPr>
            <a:lvl1pPr>
              <a:defRPr sz="2250" b="1">
                <a:solidFill>
                  <a:srgbClr val="007F8B"/>
                </a:solidFill>
              </a:defRPr>
            </a:lvl1pPr>
            <a:lvl2pPr>
              <a:defRPr sz="2250" b="1">
                <a:solidFill>
                  <a:srgbClr val="007F8B"/>
                </a:solidFill>
              </a:defRPr>
            </a:lvl2pPr>
            <a:lvl3pPr>
              <a:defRPr sz="2250" b="1">
                <a:solidFill>
                  <a:srgbClr val="007F8B"/>
                </a:solidFill>
              </a:defRPr>
            </a:lvl3pPr>
            <a:lvl4pPr>
              <a:defRPr sz="2250" b="1">
                <a:solidFill>
                  <a:srgbClr val="007F8B"/>
                </a:solidFill>
              </a:defRPr>
            </a:lvl4pPr>
            <a:lvl5pPr>
              <a:defRPr sz="2250" b="1">
                <a:solidFill>
                  <a:srgbClr val="007F8B"/>
                </a:solidFill>
              </a:defRPr>
            </a:lvl5pPr>
            <a:lvl6pPr>
              <a:defRPr sz="2250" b="1">
                <a:solidFill>
                  <a:srgbClr val="007F8B"/>
                </a:solidFill>
              </a:defRPr>
            </a:lvl6pPr>
            <a:lvl7pPr>
              <a:defRPr sz="2250" b="1">
                <a:solidFill>
                  <a:srgbClr val="007F8B"/>
                </a:solidFill>
              </a:defRPr>
            </a:lvl7pPr>
            <a:lvl8pPr>
              <a:defRPr sz="2250" b="1">
                <a:solidFill>
                  <a:srgbClr val="007F8B"/>
                </a:solidFill>
              </a:defRPr>
            </a:lvl8pPr>
            <a:lvl9pPr>
              <a:defRPr sz="2250" b="1">
                <a:solidFill>
                  <a:srgbClr val="007F8B"/>
                </a:solidFill>
              </a:defRPr>
            </a:lvl9pPr>
          </a:lstStyle>
          <a:p xmlns:a="http://schemas.openxmlformats.org/drawingml/2006/main">
            <a:pPr>
              <a:defRPr sz="2250" b="1">
                <a:solidFill>
                  <a:srgbClr val="007F8B"/>
                </a:solidFill>
              </a:defRPr>
            </a:pPr>
            <a:r>
              <a:rPr sz="2250" b="1">
                <a:solidFill>
                  <a:srgbClr val="007F8B"/>
                </a:solidFill>
              </a:rPr>
              <a:t>02</a:t>
            </a:r>
          </a:p>
        </p:txBody>
      </p:sp>
      <p:sp>
        <p:nvSpPr>
          <p:cNvPr id="10" name="Files and projects">
            <a:extLst xmlns:a="http://schemas.openxmlformats.org/drawingml/2006/main">
              <a:ext uri="{FF2B5EF4-FFF2-40B4-BE49-F238E27FC236}">
                <a16:creationId xmlns:a16="http://schemas.microsoft.com/office/drawing/2014/main" id="{808CD0EE-3ADF-4732-8C93-CAA3F2A7E713}"/>
              </a:ext>
            </a:extLst>
          </p:cNvPr>
          <p:cNvSpPr>
            <a:spLocks xmlns:a="http://schemas.openxmlformats.org/drawingml/2006/main" noGrp="1"/>
          </p:cNvSpPr>
          <p:nvPr/>
        </p:nvSpPr>
        <p:spPr>
          <a:xfrm xmlns:a="http://schemas.openxmlformats.org/drawingml/2006/main">
            <a:off x="1619250" y="29432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02A33"/>
                </a:solidFill>
              </a:defRPr>
            </a:defPPr>
            <a:lvl1pPr>
              <a:defRPr sz="2175" b="1">
                <a:solidFill>
                  <a:srgbClr val="102A33"/>
                </a:solidFill>
              </a:defRPr>
            </a:lvl1pPr>
            <a:lvl2pPr>
              <a:defRPr sz="2175" b="1">
                <a:solidFill>
                  <a:srgbClr val="102A33"/>
                </a:solidFill>
              </a:defRPr>
            </a:lvl2pPr>
            <a:lvl3pPr>
              <a:defRPr sz="2175" b="1">
                <a:solidFill>
                  <a:srgbClr val="102A33"/>
                </a:solidFill>
              </a:defRPr>
            </a:lvl3pPr>
            <a:lvl4pPr>
              <a:defRPr sz="2175" b="1">
                <a:solidFill>
                  <a:srgbClr val="102A33"/>
                </a:solidFill>
              </a:defRPr>
            </a:lvl4pPr>
            <a:lvl5pPr>
              <a:defRPr sz="2175" b="1">
                <a:solidFill>
                  <a:srgbClr val="102A33"/>
                </a:solidFill>
              </a:defRPr>
            </a:lvl5pPr>
            <a:lvl6pPr>
              <a:defRPr sz="2175" b="1">
                <a:solidFill>
                  <a:srgbClr val="102A33"/>
                </a:solidFill>
              </a:defRPr>
            </a:lvl6pPr>
            <a:lvl7pPr>
              <a:defRPr sz="2175" b="1">
                <a:solidFill>
                  <a:srgbClr val="102A33"/>
                </a:solidFill>
              </a:defRPr>
            </a:lvl7pPr>
            <a:lvl8pPr>
              <a:defRPr sz="2175" b="1">
                <a:solidFill>
                  <a:srgbClr val="102A33"/>
                </a:solidFill>
              </a:defRPr>
            </a:lvl8pPr>
            <a:lvl9pPr>
              <a:defRPr sz="2175" b="1">
                <a:solidFill>
                  <a:srgbClr val="102A33"/>
                </a:solidFill>
              </a:defRPr>
            </a:lvl9pPr>
          </a:lstStyle>
          <a:p xmlns:a="http://schemas.openxmlformats.org/drawingml/2006/main">
            <a:pPr>
              <a:defRPr sz="2175" b="1">
                <a:solidFill>
                  <a:srgbClr val="102A33"/>
                </a:solidFill>
              </a:defRPr>
            </a:pPr>
            <a:r>
              <a:rPr sz="2175" b="1">
                <a:solidFill>
                  <a:srgbClr val="102A33"/>
                </a:solidFill>
              </a:rPr>
              <a:t>Files and projects</a:t>
            </a:r>
          </a:p>
        </p:txBody>
      </p:sp>
      <p:sp>
        <p:nvSpPr>
          <p:cNvPr id="11" name="Resolve approved paths, inspect text/JSON/CSV">
            <a:extLst xmlns:a="http://schemas.openxmlformats.org/drawingml/2006/main">
              <a:ext uri="{FF2B5EF4-FFF2-40B4-BE49-F238E27FC236}">
                <a16:creationId xmlns:a16="http://schemas.microsoft.com/office/drawing/2014/main" id="{9249B861-E913-428E-B554-C799C68553E8}"/>
              </a:ext>
            </a:extLst>
          </p:cNvPr>
          <p:cNvSpPr>
            <a:spLocks xmlns:a="http://schemas.openxmlformats.org/drawingml/2006/main" noGrp="1"/>
          </p:cNvSpPr>
          <p:nvPr/>
        </p:nvSpPr>
        <p:spPr>
          <a:xfrm xmlns:a="http://schemas.openxmlformats.org/drawingml/2006/main">
            <a:off x="5734050" y="2943225"/>
            <a:ext cx="5772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Resolve approved paths, inspect text/JSON/CSV,</a:t>
            </a:r>
          </a:p>
          <a:p xmlns:a="http://schemas.openxmlformats.org/drawingml/2006/main">
            <a:pPr>
              <a:defRPr sz="1875" b="0">
                <a:solidFill>
                  <a:srgbClr val="52676D"/>
                </a:solidFill>
              </a:defRPr>
            </a:pPr>
            <a:r>
              <a:rPr sz="1875" b="0">
                <a:solidFill>
                  <a:srgbClr val="52676D"/>
                </a:solidFill>
              </a:rPr>
              <a:t>create folders, rename entries and build ZIP archives.</a:t>
            </a:r>
          </a:p>
        </p:txBody>
      </p:sp>
      <p:sp>
        <p:nvSpPr>
          <p:cNvPr id="12" name="">
            <a:extLst xmlns:a="http://schemas.openxmlformats.org/drawingml/2006/main">
              <a:ext uri="{FF2B5EF4-FFF2-40B4-BE49-F238E27FC236}">
                <a16:creationId xmlns:a16="http://schemas.microsoft.com/office/drawing/2014/main" id="{E5FDAF0C-FD31-4479-AFFF-F76593BD1B84}"/>
              </a:ext>
            </a:extLst>
          </p:cNvPr>
          <p:cNvSpPr>
            <a:spLocks xmlns:a="http://schemas.openxmlformats.org/drawingml/2006/main" noGrp="1"/>
          </p:cNvSpPr>
          <p:nvPr/>
        </p:nvSpPr>
        <p:spPr>
          <a:xfrm xmlns:a="http://schemas.openxmlformats.org/drawingml/2006/main">
            <a:off x="1619250" y="3838575"/>
            <a:ext cx="9886950" cy="0"/>
          </a:xfrm>
          <a:prstGeom xmlns:a="http://schemas.openxmlformats.org/drawingml/2006/main" prst="line">
            <a:avLst/>
          </a:prstGeom>
          <a:noFill xmlns:a="http://schemas.openxmlformats.org/drawingml/2006/main"/>
          <a:ln xmlns:a="http://schemas.openxmlformats.org/drawingml/2006/main" w="9525">
            <a:solidFill>
              <a:srgbClr val="CCD6D4"/>
            </a:solidFill>
          </a:ln>
        </p:spPr>
      </p:sp>
      <p:sp>
        <p:nvSpPr>
          <p:cNvPr id="13" name="03">
            <a:extLst xmlns:a="http://schemas.openxmlformats.org/drawingml/2006/main">
              <a:ext uri="{FF2B5EF4-FFF2-40B4-BE49-F238E27FC236}">
                <a16:creationId xmlns:a16="http://schemas.microsoft.com/office/drawing/2014/main" id="{129121E5-0858-4B6C-83E0-C913C1D77461}"/>
              </a:ext>
            </a:extLst>
          </p:cNvPr>
          <p:cNvSpPr>
            <a:spLocks xmlns:a="http://schemas.openxmlformats.org/drawingml/2006/main" noGrp="1"/>
          </p:cNvSpPr>
          <p:nvPr/>
        </p:nvSpPr>
        <p:spPr>
          <a:xfrm xmlns:a="http://schemas.openxmlformats.org/drawingml/2006/main">
            <a:off x="685800" y="4010025"/>
            <a:ext cx="638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8B"/>
                </a:solidFill>
              </a:defRPr>
            </a:defPPr>
            <a:lvl1pPr>
              <a:defRPr sz="2250" b="1">
                <a:solidFill>
                  <a:srgbClr val="007F8B"/>
                </a:solidFill>
              </a:defRPr>
            </a:lvl1pPr>
            <a:lvl2pPr>
              <a:defRPr sz="2250" b="1">
                <a:solidFill>
                  <a:srgbClr val="007F8B"/>
                </a:solidFill>
              </a:defRPr>
            </a:lvl2pPr>
            <a:lvl3pPr>
              <a:defRPr sz="2250" b="1">
                <a:solidFill>
                  <a:srgbClr val="007F8B"/>
                </a:solidFill>
              </a:defRPr>
            </a:lvl3pPr>
            <a:lvl4pPr>
              <a:defRPr sz="2250" b="1">
                <a:solidFill>
                  <a:srgbClr val="007F8B"/>
                </a:solidFill>
              </a:defRPr>
            </a:lvl4pPr>
            <a:lvl5pPr>
              <a:defRPr sz="2250" b="1">
                <a:solidFill>
                  <a:srgbClr val="007F8B"/>
                </a:solidFill>
              </a:defRPr>
            </a:lvl5pPr>
            <a:lvl6pPr>
              <a:defRPr sz="2250" b="1">
                <a:solidFill>
                  <a:srgbClr val="007F8B"/>
                </a:solidFill>
              </a:defRPr>
            </a:lvl6pPr>
            <a:lvl7pPr>
              <a:defRPr sz="2250" b="1">
                <a:solidFill>
                  <a:srgbClr val="007F8B"/>
                </a:solidFill>
              </a:defRPr>
            </a:lvl7pPr>
            <a:lvl8pPr>
              <a:defRPr sz="2250" b="1">
                <a:solidFill>
                  <a:srgbClr val="007F8B"/>
                </a:solidFill>
              </a:defRPr>
            </a:lvl8pPr>
            <a:lvl9pPr>
              <a:defRPr sz="2250" b="1">
                <a:solidFill>
                  <a:srgbClr val="007F8B"/>
                </a:solidFill>
              </a:defRPr>
            </a:lvl9pPr>
          </a:lstStyle>
          <a:p xmlns:a="http://schemas.openxmlformats.org/drawingml/2006/main">
            <a:pPr>
              <a:defRPr sz="2250" b="1">
                <a:solidFill>
                  <a:srgbClr val="007F8B"/>
                </a:solidFill>
              </a:defRPr>
            </a:pPr>
            <a:r>
              <a:rPr sz="2250" b="1">
                <a:solidFill>
                  <a:srgbClr val="007F8B"/>
                </a:solidFill>
              </a:rPr>
              <a:t>03</a:t>
            </a:r>
          </a:p>
        </p:txBody>
      </p:sp>
      <p:sp>
        <p:nvSpPr>
          <p:cNvPr id="14" name="Browser assistance">
            <a:extLst xmlns:a="http://schemas.openxmlformats.org/drawingml/2006/main">
              <a:ext uri="{FF2B5EF4-FFF2-40B4-BE49-F238E27FC236}">
                <a16:creationId xmlns:a16="http://schemas.microsoft.com/office/drawing/2014/main" id="{66151805-18E4-4EAA-B909-9DA073C1EC33}"/>
              </a:ext>
            </a:extLst>
          </p:cNvPr>
          <p:cNvSpPr>
            <a:spLocks xmlns:a="http://schemas.openxmlformats.org/drawingml/2006/main" noGrp="1"/>
          </p:cNvSpPr>
          <p:nvPr/>
        </p:nvSpPr>
        <p:spPr>
          <a:xfrm xmlns:a="http://schemas.openxmlformats.org/drawingml/2006/main">
            <a:off x="1619250" y="40100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02A33"/>
                </a:solidFill>
              </a:defRPr>
            </a:defPPr>
            <a:lvl1pPr>
              <a:defRPr sz="2175" b="1">
                <a:solidFill>
                  <a:srgbClr val="102A33"/>
                </a:solidFill>
              </a:defRPr>
            </a:lvl1pPr>
            <a:lvl2pPr>
              <a:defRPr sz="2175" b="1">
                <a:solidFill>
                  <a:srgbClr val="102A33"/>
                </a:solidFill>
              </a:defRPr>
            </a:lvl2pPr>
            <a:lvl3pPr>
              <a:defRPr sz="2175" b="1">
                <a:solidFill>
                  <a:srgbClr val="102A33"/>
                </a:solidFill>
              </a:defRPr>
            </a:lvl3pPr>
            <a:lvl4pPr>
              <a:defRPr sz="2175" b="1">
                <a:solidFill>
                  <a:srgbClr val="102A33"/>
                </a:solidFill>
              </a:defRPr>
            </a:lvl4pPr>
            <a:lvl5pPr>
              <a:defRPr sz="2175" b="1">
                <a:solidFill>
                  <a:srgbClr val="102A33"/>
                </a:solidFill>
              </a:defRPr>
            </a:lvl5pPr>
            <a:lvl6pPr>
              <a:defRPr sz="2175" b="1">
                <a:solidFill>
                  <a:srgbClr val="102A33"/>
                </a:solidFill>
              </a:defRPr>
            </a:lvl6pPr>
            <a:lvl7pPr>
              <a:defRPr sz="2175" b="1">
                <a:solidFill>
                  <a:srgbClr val="102A33"/>
                </a:solidFill>
              </a:defRPr>
            </a:lvl7pPr>
            <a:lvl8pPr>
              <a:defRPr sz="2175" b="1">
                <a:solidFill>
                  <a:srgbClr val="102A33"/>
                </a:solidFill>
              </a:defRPr>
            </a:lvl8pPr>
            <a:lvl9pPr>
              <a:defRPr sz="2175" b="1">
                <a:solidFill>
                  <a:srgbClr val="102A33"/>
                </a:solidFill>
              </a:defRPr>
            </a:lvl9pPr>
          </a:lstStyle>
          <a:p xmlns:a="http://schemas.openxmlformats.org/drawingml/2006/main">
            <a:pPr>
              <a:defRPr sz="2175" b="1">
                <a:solidFill>
                  <a:srgbClr val="102A33"/>
                </a:solidFill>
              </a:defRPr>
            </a:pPr>
            <a:r>
              <a:rPr sz="2175" b="1">
                <a:solidFill>
                  <a:srgbClr val="102A33"/>
                </a:solidFill>
              </a:rPr>
              <a:t>Browser assistance</a:t>
            </a:r>
          </a:p>
        </p:txBody>
      </p:sp>
      <p:sp>
        <p:nvSpPr>
          <p:cNvPr id="15" name="Open destinations and search pages. A separat">
            <a:extLst xmlns:a="http://schemas.openxmlformats.org/drawingml/2006/main">
              <a:ext uri="{FF2B5EF4-FFF2-40B4-BE49-F238E27FC236}">
                <a16:creationId xmlns:a16="http://schemas.microsoft.com/office/drawing/2014/main" id="{5FE26C06-A440-41D1-9728-D85004EEE2DC}"/>
              </a:ext>
            </a:extLst>
          </p:cNvPr>
          <p:cNvSpPr>
            <a:spLocks xmlns:a="http://schemas.openxmlformats.org/drawingml/2006/main" noGrp="1"/>
          </p:cNvSpPr>
          <p:nvPr/>
        </p:nvSpPr>
        <p:spPr>
          <a:xfrm xmlns:a="http://schemas.openxmlformats.org/drawingml/2006/main">
            <a:off x="5734050" y="4010025"/>
            <a:ext cx="5772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Open destinations and search pages. A separate</a:t>
            </a:r>
          </a:p>
          <a:p xmlns:a="http://schemas.openxmlformats.org/drawingml/2006/main">
            <a:pPr>
              <a:defRPr sz="1875" b="0">
                <a:solidFill>
                  <a:srgbClr val="52676D"/>
                </a:solidFill>
              </a:defRPr>
            </a:pPr>
            <a:r>
              <a:rPr sz="1875" b="0">
                <a:solidFill>
                  <a:srgbClr val="52676D"/>
                </a:solidFill>
              </a:rPr>
              <a:t>Playwright context supports bounded page inspection.</a:t>
            </a:r>
          </a:p>
        </p:txBody>
      </p:sp>
      <p:sp>
        <p:nvSpPr>
          <p:cNvPr id="16" name="">
            <a:extLst xmlns:a="http://schemas.openxmlformats.org/drawingml/2006/main">
              <a:ext uri="{FF2B5EF4-FFF2-40B4-BE49-F238E27FC236}">
                <a16:creationId xmlns:a16="http://schemas.microsoft.com/office/drawing/2014/main" id="{CC13523E-B452-487D-AA5C-4BE25F4B551D}"/>
              </a:ext>
            </a:extLst>
          </p:cNvPr>
          <p:cNvSpPr>
            <a:spLocks xmlns:a="http://schemas.openxmlformats.org/drawingml/2006/main" noGrp="1"/>
          </p:cNvSpPr>
          <p:nvPr/>
        </p:nvSpPr>
        <p:spPr>
          <a:xfrm xmlns:a="http://schemas.openxmlformats.org/drawingml/2006/main">
            <a:off x="1619250" y="4905375"/>
            <a:ext cx="9886950" cy="0"/>
          </a:xfrm>
          <a:prstGeom xmlns:a="http://schemas.openxmlformats.org/drawingml/2006/main" prst="line">
            <a:avLst/>
          </a:prstGeom>
          <a:noFill xmlns:a="http://schemas.openxmlformats.org/drawingml/2006/main"/>
          <a:ln xmlns:a="http://schemas.openxmlformats.org/drawingml/2006/main" w="9525">
            <a:solidFill>
              <a:srgbClr val="CCD6D4"/>
            </a:solidFill>
          </a:ln>
        </p:spPr>
      </p:sp>
      <p:sp>
        <p:nvSpPr>
          <p:cNvPr id="17" name="04">
            <a:extLst xmlns:a="http://schemas.openxmlformats.org/drawingml/2006/main">
              <a:ext uri="{FF2B5EF4-FFF2-40B4-BE49-F238E27FC236}">
                <a16:creationId xmlns:a16="http://schemas.microsoft.com/office/drawing/2014/main" id="{52BC422E-73AB-4F79-824C-DBE3B5FB77DD}"/>
              </a:ext>
            </a:extLst>
          </p:cNvPr>
          <p:cNvSpPr>
            <a:spLocks xmlns:a="http://schemas.openxmlformats.org/drawingml/2006/main" noGrp="1"/>
          </p:cNvSpPr>
          <p:nvPr/>
        </p:nvSpPr>
        <p:spPr>
          <a:xfrm xmlns:a="http://schemas.openxmlformats.org/drawingml/2006/main">
            <a:off x="685800" y="5076825"/>
            <a:ext cx="638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8B"/>
                </a:solidFill>
              </a:defRPr>
            </a:defPPr>
            <a:lvl1pPr>
              <a:defRPr sz="2250" b="1">
                <a:solidFill>
                  <a:srgbClr val="007F8B"/>
                </a:solidFill>
              </a:defRPr>
            </a:lvl1pPr>
            <a:lvl2pPr>
              <a:defRPr sz="2250" b="1">
                <a:solidFill>
                  <a:srgbClr val="007F8B"/>
                </a:solidFill>
              </a:defRPr>
            </a:lvl2pPr>
            <a:lvl3pPr>
              <a:defRPr sz="2250" b="1">
                <a:solidFill>
                  <a:srgbClr val="007F8B"/>
                </a:solidFill>
              </a:defRPr>
            </a:lvl3pPr>
            <a:lvl4pPr>
              <a:defRPr sz="2250" b="1">
                <a:solidFill>
                  <a:srgbClr val="007F8B"/>
                </a:solidFill>
              </a:defRPr>
            </a:lvl4pPr>
            <a:lvl5pPr>
              <a:defRPr sz="2250" b="1">
                <a:solidFill>
                  <a:srgbClr val="007F8B"/>
                </a:solidFill>
              </a:defRPr>
            </a:lvl5pPr>
            <a:lvl6pPr>
              <a:defRPr sz="2250" b="1">
                <a:solidFill>
                  <a:srgbClr val="007F8B"/>
                </a:solidFill>
              </a:defRPr>
            </a:lvl6pPr>
            <a:lvl7pPr>
              <a:defRPr sz="2250" b="1">
                <a:solidFill>
                  <a:srgbClr val="007F8B"/>
                </a:solidFill>
              </a:defRPr>
            </a:lvl7pPr>
            <a:lvl8pPr>
              <a:defRPr sz="2250" b="1">
                <a:solidFill>
                  <a:srgbClr val="007F8B"/>
                </a:solidFill>
              </a:defRPr>
            </a:lvl8pPr>
            <a:lvl9pPr>
              <a:defRPr sz="2250" b="1">
                <a:solidFill>
                  <a:srgbClr val="007F8B"/>
                </a:solidFill>
              </a:defRPr>
            </a:lvl9pPr>
          </a:lstStyle>
          <a:p xmlns:a="http://schemas.openxmlformats.org/drawingml/2006/main">
            <a:pPr>
              <a:defRPr sz="2250" b="1">
                <a:solidFill>
                  <a:srgbClr val="007F8B"/>
                </a:solidFill>
              </a:defRPr>
            </a:pPr>
            <a:r>
              <a:rPr sz="2250" b="1">
                <a:solidFill>
                  <a:srgbClr val="007F8B"/>
                </a:solidFill>
              </a:rPr>
              <a:t>04</a:t>
            </a:r>
          </a:p>
        </p:txBody>
      </p:sp>
      <p:sp>
        <p:nvSpPr>
          <p:cNvPr id="18" name="Registered repair workflow">
            <a:extLst xmlns:a="http://schemas.openxmlformats.org/drawingml/2006/main">
              <a:ext uri="{FF2B5EF4-FFF2-40B4-BE49-F238E27FC236}">
                <a16:creationId xmlns:a16="http://schemas.microsoft.com/office/drawing/2014/main" id="{28A1B0D4-3056-485F-97F0-18E7A7E0D769}"/>
              </a:ext>
            </a:extLst>
          </p:cNvPr>
          <p:cNvSpPr>
            <a:spLocks xmlns:a="http://schemas.openxmlformats.org/drawingml/2006/main" noGrp="1"/>
          </p:cNvSpPr>
          <p:nvPr/>
        </p:nvSpPr>
        <p:spPr>
          <a:xfrm xmlns:a="http://schemas.openxmlformats.org/drawingml/2006/main">
            <a:off x="1619250" y="50768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02A33"/>
                </a:solidFill>
              </a:defRPr>
            </a:defPPr>
            <a:lvl1pPr>
              <a:defRPr sz="2175" b="1">
                <a:solidFill>
                  <a:srgbClr val="102A33"/>
                </a:solidFill>
              </a:defRPr>
            </a:lvl1pPr>
            <a:lvl2pPr>
              <a:defRPr sz="2175" b="1">
                <a:solidFill>
                  <a:srgbClr val="102A33"/>
                </a:solidFill>
              </a:defRPr>
            </a:lvl2pPr>
            <a:lvl3pPr>
              <a:defRPr sz="2175" b="1">
                <a:solidFill>
                  <a:srgbClr val="102A33"/>
                </a:solidFill>
              </a:defRPr>
            </a:lvl3pPr>
            <a:lvl4pPr>
              <a:defRPr sz="2175" b="1">
                <a:solidFill>
                  <a:srgbClr val="102A33"/>
                </a:solidFill>
              </a:defRPr>
            </a:lvl4pPr>
            <a:lvl5pPr>
              <a:defRPr sz="2175" b="1">
                <a:solidFill>
                  <a:srgbClr val="102A33"/>
                </a:solidFill>
              </a:defRPr>
            </a:lvl5pPr>
            <a:lvl6pPr>
              <a:defRPr sz="2175" b="1">
                <a:solidFill>
                  <a:srgbClr val="102A33"/>
                </a:solidFill>
              </a:defRPr>
            </a:lvl6pPr>
            <a:lvl7pPr>
              <a:defRPr sz="2175" b="1">
                <a:solidFill>
                  <a:srgbClr val="102A33"/>
                </a:solidFill>
              </a:defRPr>
            </a:lvl7pPr>
            <a:lvl8pPr>
              <a:defRPr sz="2175" b="1">
                <a:solidFill>
                  <a:srgbClr val="102A33"/>
                </a:solidFill>
              </a:defRPr>
            </a:lvl8pPr>
            <a:lvl9pPr>
              <a:defRPr sz="2175" b="1">
                <a:solidFill>
                  <a:srgbClr val="102A33"/>
                </a:solidFill>
              </a:defRPr>
            </a:lvl9pPr>
          </a:lstStyle>
          <a:p xmlns:a="http://schemas.openxmlformats.org/drawingml/2006/main">
            <a:pPr>
              <a:defRPr sz="2175" b="1">
                <a:solidFill>
                  <a:srgbClr val="102A33"/>
                </a:solidFill>
              </a:defRPr>
            </a:pPr>
            <a:r>
              <a:rPr sz="2175" b="1">
                <a:solidFill>
                  <a:srgbClr val="102A33"/>
                </a:solidFill>
              </a:rPr>
              <a:t>Registered repair workflow</a:t>
            </a:r>
          </a:p>
        </p:txBody>
      </p:sp>
      <p:sp>
        <p:nvSpPr>
          <p:cNvPr id="19" name="Prepare the known checkout patch in a Git wor">
            <a:extLst xmlns:a="http://schemas.openxmlformats.org/drawingml/2006/main">
              <a:ext uri="{FF2B5EF4-FFF2-40B4-BE49-F238E27FC236}">
                <a16:creationId xmlns:a16="http://schemas.microsoft.com/office/drawing/2014/main" id="{406A9D44-3A18-4C02-9A55-EE2E8E6857A8}"/>
              </a:ext>
            </a:extLst>
          </p:cNvPr>
          <p:cNvSpPr>
            <a:spLocks xmlns:a="http://schemas.openxmlformats.org/drawingml/2006/main" noGrp="1"/>
          </p:cNvSpPr>
          <p:nvPr/>
        </p:nvSpPr>
        <p:spPr>
          <a:xfrm xmlns:a="http://schemas.openxmlformats.org/drawingml/2006/main">
            <a:off x="5734050" y="5076825"/>
            <a:ext cx="5772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Prepare the known checkout patch in a Git worktree.</a:t>
            </a:r>
          </a:p>
          <a:p xmlns:a="http://schemas.openxmlformats.org/drawingml/2006/main">
            <a:pPr>
              <a:defRPr sz="1875" b="0">
                <a:solidFill>
                  <a:srgbClr val="52676D"/>
                </a:solidFill>
              </a:defRPr>
            </a:pPr>
            <a:r>
              <a:rPr sz="1875" b="0">
                <a:solidFill>
                  <a:srgbClr val="52676D"/>
                </a:solidFill>
              </a:rPr>
              <a:t>Run its approved regression suite with process evidence.</a:t>
            </a:r>
          </a:p>
        </p:txBody>
      </p:sp>
      <p:sp>
        <p:nvSpPr>
          <p:cNvPr id="20" name="Scope is explicit. Device support, permission">
            <a:extLst xmlns:a="http://schemas.openxmlformats.org/drawingml/2006/main">
              <a:ext uri="{FF2B5EF4-FFF2-40B4-BE49-F238E27FC236}">
                <a16:creationId xmlns:a16="http://schemas.microsoft.com/office/drawing/2014/main" id="{40538BFA-A1F2-40A1-8820-07DA59416FFC}"/>
              </a:ext>
            </a:extLst>
          </p:cNvPr>
          <p:cNvSpPr>
            <a:spLocks xmlns:a="http://schemas.openxmlformats.org/drawingml/2006/main" noGrp="1"/>
          </p:cNvSpPr>
          <p:nvPr/>
        </p:nvSpPr>
        <p:spPr>
          <a:xfrm xmlns:a="http://schemas.openxmlformats.org/drawingml/2006/main">
            <a:off x="1619250" y="6153150"/>
            <a:ext cx="988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76D"/>
                </a:solidFill>
              </a:defRPr>
            </a:defPPr>
            <a:lvl1pPr>
              <a:defRPr sz="1350" b="0">
                <a:solidFill>
                  <a:srgbClr val="52676D"/>
                </a:solidFill>
              </a:defRPr>
            </a:lvl1pPr>
            <a:lvl2pPr>
              <a:defRPr sz="1350" b="0">
                <a:solidFill>
                  <a:srgbClr val="52676D"/>
                </a:solidFill>
              </a:defRPr>
            </a:lvl2pPr>
            <a:lvl3pPr>
              <a:defRPr sz="1350" b="0">
                <a:solidFill>
                  <a:srgbClr val="52676D"/>
                </a:solidFill>
              </a:defRPr>
            </a:lvl3pPr>
            <a:lvl4pPr>
              <a:defRPr sz="1350" b="0">
                <a:solidFill>
                  <a:srgbClr val="52676D"/>
                </a:solidFill>
              </a:defRPr>
            </a:lvl4pPr>
            <a:lvl5pPr>
              <a:defRPr sz="1350" b="0">
                <a:solidFill>
                  <a:srgbClr val="52676D"/>
                </a:solidFill>
              </a:defRPr>
            </a:lvl5pPr>
            <a:lvl6pPr>
              <a:defRPr sz="1350" b="0">
                <a:solidFill>
                  <a:srgbClr val="52676D"/>
                </a:solidFill>
              </a:defRPr>
            </a:lvl6pPr>
            <a:lvl7pPr>
              <a:defRPr sz="1350" b="0">
                <a:solidFill>
                  <a:srgbClr val="52676D"/>
                </a:solidFill>
              </a:defRPr>
            </a:lvl7pPr>
            <a:lvl8pPr>
              <a:defRPr sz="1350" b="0">
                <a:solidFill>
                  <a:srgbClr val="52676D"/>
                </a:solidFill>
              </a:defRPr>
            </a:lvl8pPr>
            <a:lvl9pPr>
              <a:defRPr sz="1350" b="0">
                <a:solidFill>
                  <a:srgbClr val="52676D"/>
                </a:solidFill>
              </a:defRPr>
            </a:lvl9pPr>
          </a:lstStyle>
          <a:p xmlns:a="http://schemas.openxmlformats.org/drawingml/2006/main">
            <a:pPr>
              <a:defRPr sz="1350" b="0">
                <a:solidFill>
                  <a:srgbClr val="52676D"/>
                </a:solidFill>
              </a:defRPr>
            </a:pPr>
            <a:r>
              <a:rPr sz="1350" b="0">
                <a:solidFill>
                  <a:srgbClr val="52676D"/>
                </a:solidFill>
              </a:rPr>
              <a:t>Scope is explicit. Device support, permissions and registered operations determine availability.</a:t>
            </a:r>
          </a:p>
        </p:txBody>
      </p:sp>
    </p:spTree>
    <p:extLst>
      <p:ext uri="{BB962C8B-B14F-4D97-AF65-F5344CB8AC3E}">
        <p14:creationId xmlns:p14="http://schemas.microsoft.com/office/powerpoint/2010/main" val="1114061304"/>
      </p:ext>
    </p:extLst>
  </p:cSld>
</p:sld>
</file>

<file path=ppt/slides/slide6.xml><?xml version="1.0" encoding="utf-8"?>
<p:sld xmlns:p="http://schemas.openxmlformats.org/presentationml/2006/main">
  <p:cSld>
    <p:bg>
      <p:bgPr>
        <a:solidFill xmlns:a="http://schemas.openxmlformats.org/drawingml/2006/main">
          <a:srgbClr val="07191F"/>
        </a:solidFill>
      </p:bgPr>
    </p:bg>
    <p:spTree>
      <p:nvGrpSpPr>
        <p:cNvPr id="1" name=""/>
        <p:cNvGrpSpPr/>
        <p:nvPr/>
      </p:nvGrpSpPr>
      <p:grpSpPr>
        <a:xfrm xmlns:a="http://schemas.openxmlformats.org/drawingml/2006/main"/>
      </p:grpSpPr>
      <p:sp>
        <p:nvSpPr>
          <p:cNvPr id="2" name="Approval and evidence are part of execution">
            <a:extLst xmlns:a="http://schemas.openxmlformats.org/drawingml/2006/main">
              <a:ext uri="{FF2B5EF4-FFF2-40B4-BE49-F238E27FC236}">
                <a16:creationId xmlns:a16="http://schemas.microsoft.com/office/drawing/2014/main" id="{30488C03-196B-4132-B061-10A3E6CFC7B0}"/>
              </a:ext>
            </a:extLst>
          </p:cNvPr>
          <p:cNvSpPr>
            <a:spLocks xmlns:a="http://schemas.openxmlformats.org/drawingml/2006/main" noGrp="1"/>
          </p:cNvSpPr>
          <p:nvPr/>
        </p:nvSpPr>
        <p:spPr>
          <a:xfrm xmlns:a="http://schemas.openxmlformats.org/drawingml/2006/main">
            <a:off x="685800" y="5524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6F8F5"/>
                </a:solidFill>
              </a:defRPr>
            </a:defPPr>
            <a:lvl1pPr>
              <a:defRPr sz="3300" b="1">
                <a:solidFill>
                  <a:srgbClr val="F6F8F5"/>
                </a:solidFill>
              </a:defRPr>
            </a:lvl1pPr>
            <a:lvl2pPr>
              <a:defRPr sz="3300" b="1">
                <a:solidFill>
                  <a:srgbClr val="F6F8F5"/>
                </a:solidFill>
              </a:defRPr>
            </a:lvl2pPr>
            <a:lvl3pPr>
              <a:defRPr sz="3300" b="1">
                <a:solidFill>
                  <a:srgbClr val="F6F8F5"/>
                </a:solidFill>
              </a:defRPr>
            </a:lvl3pPr>
            <a:lvl4pPr>
              <a:defRPr sz="3300" b="1">
                <a:solidFill>
                  <a:srgbClr val="F6F8F5"/>
                </a:solidFill>
              </a:defRPr>
            </a:lvl4pPr>
            <a:lvl5pPr>
              <a:defRPr sz="3300" b="1">
                <a:solidFill>
                  <a:srgbClr val="F6F8F5"/>
                </a:solidFill>
              </a:defRPr>
            </a:lvl5pPr>
            <a:lvl6pPr>
              <a:defRPr sz="3300" b="1">
                <a:solidFill>
                  <a:srgbClr val="F6F8F5"/>
                </a:solidFill>
              </a:defRPr>
            </a:lvl6pPr>
            <a:lvl7pPr>
              <a:defRPr sz="3300" b="1">
                <a:solidFill>
                  <a:srgbClr val="F6F8F5"/>
                </a:solidFill>
              </a:defRPr>
            </a:lvl7pPr>
            <a:lvl8pPr>
              <a:defRPr sz="3300" b="1">
                <a:solidFill>
                  <a:srgbClr val="F6F8F5"/>
                </a:solidFill>
              </a:defRPr>
            </a:lvl8pPr>
            <a:lvl9pPr>
              <a:defRPr sz="3300" b="1">
                <a:solidFill>
                  <a:srgbClr val="F6F8F5"/>
                </a:solidFill>
              </a:defRPr>
            </a:lvl9pPr>
          </a:lstStyle>
          <a:p xmlns:a="http://schemas.openxmlformats.org/drawingml/2006/main">
            <a:pPr>
              <a:defRPr sz="3300" b="1">
                <a:solidFill>
                  <a:srgbClr val="F6F8F5"/>
                </a:solidFill>
              </a:defRPr>
            </a:pPr>
            <a:r>
              <a:rPr sz="3300" b="1">
                <a:solidFill>
                  <a:srgbClr val="F6F8F5"/>
                </a:solidFill>
              </a:rPr>
              <a:t>Approval and evidence are part of execution</a:t>
            </a:r>
          </a:p>
        </p:txBody>
      </p:sp>
      <p:sp>
        <p:nvSpPr>
          <p:cNvPr id="3" name="VANESSA">
            <a:extLst xmlns:a="http://schemas.openxmlformats.org/drawingml/2006/main">
              <a:ext uri="{FF2B5EF4-FFF2-40B4-BE49-F238E27FC236}">
                <a16:creationId xmlns:a16="http://schemas.microsoft.com/office/drawing/2014/main" id="{E485F3D6-ECB6-4F6A-BC60-6E7B819AD0DB}"/>
              </a:ext>
            </a:extLst>
          </p:cNvPr>
          <p:cNvSpPr>
            <a:spLocks xmlns:a="http://schemas.openxmlformats.org/drawingml/2006/main" noGrp="1"/>
          </p:cNvSpPr>
          <p:nvPr/>
        </p:nvSpPr>
        <p:spPr>
          <a:xfrm xmlns:a="http://schemas.openxmlformats.org/drawingml/2006/main">
            <a:off x="685800" y="641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8BA9AF"/>
                </a:solidFill>
              </a:defRPr>
            </a:defPPr>
            <a:lvl1pPr>
              <a:defRPr sz="1125" b="1">
                <a:solidFill>
                  <a:srgbClr val="8BA9AF"/>
                </a:solidFill>
              </a:defRPr>
            </a:lvl1pPr>
            <a:lvl2pPr>
              <a:defRPr sz="1125" b="1">
                <a:solidFill>
                  <a:srgbClr val="8BA9AF"/>
                </a:solidFill>
              </a:defRPr>
            </a:lvl2pPr>
            <a:lvl3pPr>
              <a:defRPr sz="1125" b="1">
                <a:solidFill>
                  <a:srgbClr val="8BA9AF"/>
                </a:solidFill>
              </a:defRPr>
            </a:lvl3pPr>
            <a:lvl4pPr>
              <a:defRPr sz="1125" b="1">
                <a:solidFill>
                  <a:srgbClr val="8BA9AF"/>
                </a:solidFill>
              </a:defRPr>
            </a:lvl4pPr>
            <a:lvl5pPr>
              <a:defRPr sz="1125" b="1">
                <a:solidFill>
                  <a:srgbClr val="8BA9AF"/>
                </a:solidFill>
              </a:defRPr>
            </a:lvl5pPr>
            <a:lvl6pPr>
              <a:defRPr sz="1125" b="1">
                <a:solidFill>
                  <a:srgbClr val="8BA9AF"/>
                </a:solidFill>
              </a:defRPr>
            </a:lvl6pPr>
            <a:lvl7pPr>
              <a:defRPr sz="1125" b="1">
                <a:solidFill>
                  <a:srgbClr val="8BA9AF"/>
                </a:solidFill>
              </a:defRPr>
            </a:lvl7pPr>
            <a:lvl8pPr>
              <a:defRPr sz="1125" b="1">
                <a:solidFill>
                  <a:srgbClr val="8BA9AF"/>
                </a:solidFill>
              </a:defRPr>
            </a:lvl8pPr>
            <a:lvl9pPr>
              <a:defRPr sz="1125" b="1">
                <a:solidFill>
                  <a:srgbClr val="8BA9AF"/>
                </a:solidFill>
              </a:defRPr>
            </a:lvl9pPr>
          </a:lstStyle>
          <a:p xmlns:a="http://schemas.openxmlformats.org/drawingml/2006/main">
            <a:pPr>
              <a:defRPr sz="1125" b="1">
                <a:solidFill>
                  <a:srgbClr val="8BA9AF"/>
                </a:solidFill>
              </a:defRPr>
            </a:pPr>
            <a:r>
              <a:rPr sz="1125" b="1">
                <a:solidFill>
                  <a:srgbClr val="8BA9AF"/>
                </a:solidFill>
              </a:rPr>
              <a:t>VANESSA</a:t>
            </a:r>
          </a:p>
        </p:txBody>
      </p:sp>
      <p:sp>
        <p:nvSpPr>
          <p:cNvPr id="4" name="06 / 11">
            <a:extLst xmlns:a="http://schemas.openxmlformats.org/drawingml/2006/main">
              <a:ext uri="{FF2B5EF4-FFF2-40B4-BE49-F238E27FC236}">
                <a16:creationId xmlns:a16="http://schemas.microsoft.com/office/drawing/2014/main" id="{6A3FDD81-1E04-4B1B-B2FB-6980C1BDB642}"/>
              </a:ext>
            </a:extLst>
          </p:cNvPr>
          <p:cNvSpPr>
            <a:spLocks xmlns:a="http://schemas.openxmlformats.org/drawingml/2006/main" noGrp="1"/>
          </p:cNvSpPr>
          <p:nvPr/>
        </p:nvSpPr>
        <p:spPr>
          <a:xfrm xmlns:a="http://schemas.openxmlformats.org/drawingml/2006/main">
            <a:off x="10648950" y="64198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8BA9AF"/>
                </a:solidFill>
              </a:defRPr>
            </a:defPPr>
            <a:lvl1pPr>
              <a:defRPr sz="1125" b="0">
                <a:solidFill>
                  <a:srgbClr val="8BA9AF"/>
                </a:solidFill>
              </a:defRPr>
            </a:lvl1pPr>
            <a:lvl2pPr>
              <a:defRPr sz="1125" b="0">
                <a:solidFill>
                  <a:srgbClr val="8BA9AF"/>
                </a:solidFill>
              </a:defRPr>
            </a:lvl2pPr>
            <a:lvl3pPr>
              <a:defRPr sz="1125" b="0">
                <a:solidFill>
                  <a:srgbClr val="8BA9AF"/>
                </a:solidFill>
              </a:defRPr>
            </a:lvl3pPr>
            <a:lvl4pPr>
              <a:defRPr sz="1125" b="0">
                <a:solidFill>
                  <a:srgbClr val="8BA9AF"/>
                </a:solidFill>
              </a:defRPr>
            </a:lvl4pPr>
            <a:lvl5pPr>
              <a:defRPr sz="1125" b="0">
                <a:solidFill>
                  <a:srgbClr val="8BA9AF"/>
                </a:solidFill>
              </a:defRPr>
            </a:lvl5pPr>
            <a:lvl6pPr>
              <a:defRPr sz="1125" b="0">
                <a:solidFill>
                  <a:srgbClr val="8BA9AF"/>
                </a:solidFill>
              </a:defRPr>
            </a:lvl6pPr>
            <a:lvl7pPr>
              <a:defRPr sz="1125" b="0">
                <a:solidFill>
                  <a:srgbClr val="8BA9AF"/>
                </a:solidFill>
              </a:defRPr>
            </a:lvl7pPr>
            <a:lvl8pPr>
              <a:defRPr sz="1125" b="0">
                <a:solidFill>
                  <a:srgbClr val="8BA9AF"/>
                </a:solidFill>
              </a:defRPr>
            </a:lvl8pPr>
            <a:lvl9pPr>
              <a:defRPr sz="1125" b="0">
                <a:solidFill>
                  <a:srgbClr val="8BA9AF"/>
                </a:solidFill>
              </a:defRPr>
            </a:lvl9pPr>
          </a:lstStyle>
          <a:p xmlns:a="http://schemas.openxmlformats.org/drawingml/2006/main">
            <a:pPr>
              <a:defRPr sz="1125" b="0">
                <a:solidFill>
                  <a:srgbClr val="8BA9AF"/>
                </a:solidFill>
              </a:defRPr>
            </a:pPr>
            <a:r>
              <a:rPr sz="1125" b="0">
                <a:solidFill>
                  <a:srgbClr val="8BA9AF"/>
                </a:solidFill>
              </a:rPr>
              <a:t>06 / 11</a:t>
            </a:r>
          </a:p>
        </p:txBody>
      </p:sp>
      <p:sp>
        <p:nvSpPr>
          <p:cNvPr id="5" name="Validate">
            <a:extLst xmlns:a="http://schemas.openxmlformats.org/drawingml/2006/main">
              <a:ext uri="{FF2B5EF4-FFF2-40B4-BE49-F238E27FC236}">
                <a16:creationId xmlns:a16="http://schemas.microsoft.com/office/drawing/2014/main" id="{5D802004-2236-4FBD-9B9C-F48E42FE3263}"/>
              </a:ext>
            </a:extLst>
          </p:cNvPr>
          <p:cNvSpPr>
            <a:spLocks xmlns:a="http://schemas.openxmlformats.org/drawingml/2006/main" noGrp="1"/>
          </p:cNvSpPr>
          <p:nvPr/>
        </p:nvSpPr>
        <p:spPr>
          <a:xfrm xmlns:a="http://schemas.openxmlformats.org/drawingml/2006/main">
            <a:off x="685800" y="19431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68DFE2"/>
                </a:solidFill>
              </a:defRPr>
            </a:defPPr>
            <a:lvl1pPr>
              <a:defRPr sz="2250" b="1">
                <a:solidFill>
                  <a:srgbClr val="68DFE2"/>
                </a:solidFill>
              </a:defRPr>
            </a:lvl1pPr>
            <a:lvl2pPr>
              <a:defRPr sz="2250" b="1">
                <a:solidFill>
                  <a:srgbClr val="68DFE2"/>
                </a:solidFill>
              </a:defRPr>
            </a:lvl2pPr>
            <a:lvl3pPr>
              <a:defRPr sz="2250" b="1">
                <a:solidFill>
                  <a:srgbClr val="68DFE2"/>
                </a:solidFill>
              </a:defRPr>
            </a:lvl3pPr>
            <a:lvl4pPr>
              <a:defRPr sz="2250" b="1">
                <a:solidFill>
                  <a:srgbClr val="68DFE2"/>
                </a:solidFill>
              </a:defRPr>
            </a:lvl4pPr>
            <a:lvl5pPr>
              <a:defRPr sz="2250" b="1">
                <a:solidFill>
                  <a:srgbClr val="68DFE2"/>
                </a:solidFill>
              </a:defRPr>
            </a:lvl5pPr>
            <a:lvl6pPr>
              <a:defRPr sz="2250" b="1">
                <a:solidFill>
                  <a:srgbClr val="68DFE2"/>
                </a:solidFill>
              </a:defRPr>
            </a:lvl6pPr>
            <a:lvl7pPr>
              <a:defRPr sz="2250" b="1">
                <a:solidFill>
                  <a:srgbClr val="68DFE2"/>
                </a:solidFill>
              </a:defRPr>
            </a:lvl7pPr>
            <a:lvl8pPr>
              <a:defRPr sz="2250" b="1">
                <a:solidFill>
                  <a:srgbClr val="68DFE2"/>
                </a:solidFill>
              </a:defRPr>
            </a:lvl8pPr>
            <a:lvl9pPr>
              <a:defRPr sz="2250" b="1">
                <a:solidFill>
                  <a:srgbClr val="68DFE2"/>
                </a:solidFill>
              </a:defRPr>
            </a:lvl9pPr>
          </a:lstStyle>
          <a:p xmlns:a="http://schemas.openxmlformats.org/drawingml/2006/main">
            <a:pPr>
              <a:defRPr sz="2250" b="1">
                <a:solidFill>
                  <a:srgbClr val="68DFE2"/>
                </a:solidFill>
              </a:defRPr>
            </a:pPr>
            <a:r>
              <a:rPr sz="2250" b="1">
                <a:solidFill>
                  <a:srgbClr val="68DFE2"/>
                </a:solidFill>
              </a:rPr>
              <a:t>Validate</a:t>
            </a:r>
          </a:p>
        </p:txBody>
      </p:sp>
      <p:sp>
        <p:nvSpPr>
          <p:cNvPr id="6" name="Accept known action names and typed parameter">
            <a:extLst xmlns:a="http://schemas.openxmlformats.org/drawingml/2006/main">
              <a:ext uri="{FF2B5EF4-FFF2-40B4-BE49-F238E27FC236}">
                <a16:creationId xmlns:a16="http://schemas.microsoft.com/office/drawing/2014/main" id="{60224378-1F58-4AFC-9B5B-C04B489DE2C3}"/>
              </a:ext>
            </a:extLst>
          </p:cNvPr>
          <p:cNvSpPr>
            <a:spLocks xmlns:a="http://schemas.openxmlformats.org/drawingml/2006/main" noGrp="1"/>
          </p:cNvSpPr>
          <p:nvPr/>
        </p:nvSpPr>
        <p:spPr>
          <a:xfrm xmlns:a="http://schemas.openxmlformats.org/drawingml/2006/main">
            <a:off x="685800" y="2343150"/>
            <a:ext cx="5381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4C8CD"/>
                </a:solidFill>
              </a:defRPr>
            </a:defPPr>
            <a:lvl1pPr>
              <a:defRPr sz="1800" b="0">
                <a:solidFill>
                  <a:srgbClr val="B4C8CD"/>
                </a:solidFill>
              </a:defRPr>
            </a:lvl1pPr>
            <a:lvl2pPr>
              <a:defRPr sz="1800" b="0">
                <a:solidFill>
                  <a:srgbClr val="B4C8CD"/>
                </a:solidFill>
              </a:defRPr>
            </a:lvl2pPr>
            <a:lvl3pPr>
              <a:defRPr sz="1800" b="0">
                <a:solidFill>
                  <a:srgbClr val="B4C8CD"/>
                </a:solidFill>
              </a:defRPr>
            </a:lvl3pPr>
            <a:lvl4pPr>
              <a:defRPr sz="1800" b="0">
                <a:solidFill>
                  <a:srgbClr val="B4C8CD"/>
                </a:solidFill>
              </a:defRPr>
            </a:lvl4pPr>
            <a:lvl5pPr>
              <a:defRPr sz="1800" b="0">
                <a:solidFill>
                  <a:srgbClr val="B4C8CD"/>
                </a:solidFill>
              </a:defRPr>
            </a:lvl5pPr>
            <a:lvl6pPr>
              <a:defRPr sz="1800" b="0">
                <a:solidFill>
                  <a:srgbClr val="B4C8CD"/>
                </a:solidFill>
              </a:defRPr>
            </a:lvl6pPr>
            <a:lvl7pPr>
              <a:defRPr sz="1800" b="0">
                <a:solidFill>
                  <a:srgbClr val="B4C8CD"/>
                </a:solidFill>
              </a:defRPr>
            </a:lvl7pPr>
            <a:lvl8pPr>
              <a:defRPr sz="1800" b="0">
                <a:solidFill>
                  <a:srgbClr val="B4C8CD"/>
                </a:solidFill>
              </a:defRPr>
            </a:lvl8pPr>
            <a:lvl9pPr>
              <a:defRPr sz="1800" b="0">
                <a:solidFill>
                  <a:srgbClr val="B4C8CD"/>
                </a:solidFill>
              </a:defRPr>
            </a:lvl9pPr>
          </a:lstStyle>
          <a:p xmlns:a="http://schemas.openxmlformats.org/drawingml/2006/main">
            <a:pPr>
              <a:defRPr sz="1800" b="0">
                <a:solidFill>
                  <a:srgbClr val="B4C8CD"/>
                </a:solidFill>
              </a:defRPr>
            </a:pPr>
            <a:r>
              <a:rPr sz="1800" b="0">
                <a:solidFill>
                  <a:srgbClr val="B4C8CD"/>
                </a:solidFill>
              </a:rPr>
              <a:t>Accept known action names and typed parameters.</a:t>
            </a:r>
          </a:p>
        </p:txBody>
      </p:sp>
      <p:sp>
        <p:nvSpPr>
          <p:cNvPr id="7" name="Constrain">
            <a:extLst xmlns:a="http://schemas.openxmlformats.org/drawingml/2006/main">
              <a:ext uri="{FF2B5EF4-FFF2-40B4-BE49-F238E27FC236}">
                <a16:creationId xmlns:a16="http://schemas.microsoft.com/office/drawing/2014/main" id="{66A47266-2D62-47CD-A06E-947FAD8FC791}"/>
              </a:ext>
            </a:extLst>
          </p:cNvPr>
          <p:cNvSpPr>
            <a:spLocks xmlns:a="http://schemas.openxmlformats.org/drawingml/2006/main" noGrp="1"/>
          </p:cNvSpPr>
          <p:nvPr/>
        </p:nvSpPr>
        <p:spPr>
          <a:xfrm xmlns:a="http://schemas.openxmlformats.org/drawingml/2006/main">
            <a:off x="685800" y="29051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68DFE2"/>
                </a:solidFill>
              </a:defRPr>
            </a:defPPr>
            <a:lvl1pPr>
              <a:defRPr sz="2250" b="1">
                <a:solidFill>
                  <a:srgbClr val="68DFE2"/>
                </a:solidFill>
              </a:defRPr>
            </a:lvl1pPr>
            <a:lvl2pPr>
              <a:defRPr sz="2250" b="1">
                <a:solidFill>
                  <a:srgbClr val="68DFE2"/>
                </a:solidFill>
              </a:defRPr>
            </a:lvl2pPr>
            <a:lvl3pPr>
              <a:defRPr sz="2250" b="1">
                <a:solidFill>
                  <a:srgbClr val="68DFE2"/>
                </a:solidFill>
              </a:defRPr>
            </a:lvl3pPr>
            <a:lvl4pPr>
              <a:defRPr sz="2250" b="1">
                <a:solidFill>
                  <a:srgbClr val="68DFE2"/>
                </a:solidFill>
              </a:defRPr>
            </a:lvl4pPr>
            <a:lvl5pPr>
              <a:defRPr sz="2250" b="1">
                <a:solidFill>
                  <a:srgbClr val="68DFE2"/>
                </a:solidFill>
              </a:defRPr>
            </a:lvl5pPr>
            <a:lvl6pPr>
              <a:defRPr sz="2250" b="1">
                <a:solidFill>
                  <a:srgbClr val="68DFE2"/>
                </a:solidFill>
              </a:defRPr>
            </a:lvl6pPr>
            <a:lvl7pPr>
              <a:defRPr sz="2250" b="1">
                <a:solidFill>
                  <a:srgbClr val="68DFE2"/>
                </a:solidFill>
              </a:defRPr>
            </a:lvl7pPr>
            <a:lvl8pPr>
              <a:defRPr sz="2250" b="1">
                <a:solidFill>
                  <a:srgbClr val="68DFE2"/>
                </a:solidFill>
              </a:defRPr>
            </a:lvl8pPr>
            <a:lvl9pPr>
              <a:defRPr sz="2250" b="1">
                <a:solidFill>
                  <a:srgbClr val="68DFE2"/>
                </a:solidFill>
              </a:defRPr>
            </a:lvl9pPr>
          </a:lstStyle>
          <a:p xmlns:a="http://schemas.openxmlformats.org/drawingml/2006/main">
            <a:pPr>
              <a:defRPr sz="2250" b="1">
                <a:solidFill>
                  <a:srgbClr val="68DFE2"/>
                </a:solidFill>
              </a:defRPr>
            </a:pPr>
            <a:r>
              <a:rPr sz="2250" b="1">
                <a:solidFill>
                  <a:srgbClr val="68DFE2"/>
                </a:solidFill>
              </a:rPr>
              <a:t>Constrain</a:t>
            </a:r>
          </a:p>
        </p:txBody>
      </p:sp>
      <p:sp>
        <p:nvSpPr>
          <p:cNvPr id="8" name="Keep file access inside approved folders.">
            <a:extLst xmlns:a="http://schemas.openxmlformats.org/drawingml/2006/main">
              <a:ext uri="{FF2B5EF4-FFF2-40B4-BE49-F238E27FC236}">
                <a16:creationId xmlns:a16="http://schemas.microsoft.com/office/drawing/2014/main" id="{EA5F0E27-E00D-462A-91B8-D74BE6DE5F78}"/>
              </a:ext>
            </a:extLst>
          </p:cNvPr>
          <p:cNvSpPr>
            <a:spLocks xmlns:a="http://schemas.openxmlformats.org/drawingml/2006/main" noGrp="1"/>
          </p:cNvSpPr>
          <p:nvPr/>
        </p:nvSpPr>
        <p:spPr>
          <a:xfrm xmlns:a="http://schemas.openxmlformats.org/drawingml/2006/main">
            <a:off x="685800" y="3305175"/>
            <a:ext cx="5381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4C8CD"/>
                </a:solidFill>
              </a:defRPr>
            </a:defPPr>
            <a:lvl1pPr>
              <a:defRPr sz="1800" b="0">
                <a:solidFill>
                  <a:srgbClr val="B4C8CD"/>
                </a:solidFill>
              </a:defRPr>
            </a:lvl1pPr>
            <a:lvl2pPr>
              <a:defRPr sz="1800" b="0">
                <a:solidFill>
                  <a:srgbClr val="B4C8CD"/>
                </a:solidFill>
              </a:defRPr>
            </a:lvl2pPr>
            <a:lvl3pPr>
              <a:defRPr sz="1800" b="0">
                <a:solidFill>
                  <a:srgbClr val="B4C8CD"/>
                </a:solidFill>
              </a:defRPr>
            </a:lvl3pPr>
            <a:lvl4pPr>
              <a:defRPr sz="1800" b="0">
                <a:solidFill>
                  <a:srgbClr val="B4C8CD"/>
                </a:solidFill>
              </a:defRPr>
            </a:lvl4pPr>
            <a:lvl5pPr>
              <a:defRPr sz="1800" b="0">
                <a:solidFill>
                  <a:srgbClr val="B4C8CD"/>
                </a:solidFill>
              </a:defRPr>
            </a:lvl5pPr>
            <a:lvl6pPr>
              <a:defRPr sz="1800" b="0">
                <a:solidFill>
                  <a:srgbClr val="B4C8CD"/>
                </a:solidFill>
              </a:defRPr>
            </a:lvl6pPr>
            <a:lvl7pPr>
              <a:defRPr sz="1800" b="0">
                <a:solidFill>
                  <a:srgbClr val="B4C8CD"/>
                </a:solidFill>
              </a:defRPr>
            </a:lvl7pPr>
            <a:lvl8pPr>
              <a:defRPr sz="1800" b="0">
                <a:solidFill>
                  <a:srgbClr val="B4C8CD"/>
                </a:solidFill>
              </a:defRPr>
            </a:lvl8pPr>
            <a:lvl9pPr>
              <a:defRPr sz="1800" b="0">
                <a:solidFill>
                  <a:srgbClr val="B4C8CD"/>
                </a:solidFill>
              </a:defRPr>
            </a:lvl9pPr>
          </a:lstStyle>
          <a:p xmlns:a="http://schemas.openxmlformats.org/drawingml/2006/main">
            <a:pPr>
              <a:defRPr sz="1800" b="0">
                <a:solidFill>
                  <a:srgbClr val="B4C8CD"/>
                </a:solidFill>
              </a:defRPr>
            </a:pPr>
            <a:r>
              <a:rPr sz="1800" b="0">
                <a:solidFill>
                  <a:srgbClr val="B4C8CD"/>
                </a:solidFill>
              </a:rPr>
              <a:t>Keep file access inside approved folders.</a:t>
            </a:r>
          </a:p>
        </p:txBody>
      </p:sp>
      <p:sp>
        <p:nvSpPr>
          <p:cNvPr id="9" name="Approve">
            <a:extLst xmlns:a="http://schemas.openxmlformats.org/drawingml/2006/main">
              <a:ext uri="{FF2B5EF4-FFF2-40B4-BE49-F238E27FC236}">
                <a16:creationId xmlns:a16="http://schemas.microsoft.com/office/drawing/2014/main" id="{29C19715-7649-4E1D-B6D4-40980257C087}"/>
              </a:ext>
            </a:extLst>
          </p:cNvPr>
          <p:cNvSpPr>
            <a:spLocks xmlns:a="http://schemas.openxmlformats.org/drawingml/2006/main" noGrp="1"/>
          </p:cNvSpPr>
          <p:nvPr/>
        </p:nvSpPr>
        <p:spPr>
          <a:xfrm xmlns:a="http://schemas.openxmlformats.org/drawingml/2006/main">
            <a:off x="685800" y="38671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68DFE2"/>
                </a:solidFill>
              </a:defRPr>
            </a:defPPr>
            <a:lvl1pPr>
              <a:defRPr sz="2250" b="1">
                <a:solidFill>
                  <a:srgbClr val="68DFE2"/>
                </a:solidFill>
              </a:defRPr>
            </a:lvl1pPr>
            <a:lvl2pPr>
              <a:defRPr sz="2250" b="1">
                <a:solidFill>
                  <a:srgbClr val="68DFE2"/>
                </a:solidFill>
              </a:defRPr>
            </a:lvl2pPr>
            <a:lvl3pPr>
              <a:defRPr sz="2250" b="1">
                <a:solidFill>
                  <a:srgbClr val="68DFE2"/>
                </a:solidFill>
              </a:defRPr>
            </a:lvl3pPr>
            <a:lvl4pPr>
              <a:defRPr sz="2250" b="1">
                <a:solidFill>
                  <a:srgbClr val="68DFE2"/>
                </a:solidFill>
              </a:defRPr>
            </a:lvl4pPr>
            <a:lvl5pPr>
              <a:defRPr sz="2250" b="1">
                <a:solidFill>
                  <a:srgbClr val="68DFE2"/>
                </a:solidFill>
              </a:defRPr>
            </a:lvl5pPr>
            <a:lvl6pPr>
              <a:defRPr sz="2250" b="1">
                <a:solidFill>
                  <a:srgbClr val="68DFE2"/>
                </a:solidFill>
              </a:defRPr>
            </a:lvl6pPr>
            <a:lvl7pPr>
              <a:defRPr sz="2250" b="1">
                <a:solidFill>
                  <a:srgbClr val="68DFE2"/>
                </a:solidFill>
              </a:defRPr>
            </a:lvl7pPr>
            <a:lvl8pPr>
              <a:defRPr sz="2250" b="1">
                <a:solidFill>
                  <a:srgbClr val="68DFE2"/>
                </a:solidFill>
              </a:defRPr>
            </a:lvl8pPr>
            <a:lvl9pPr>
              <a:defRPr sz="2250" b="1">
                <a:solidFill>
                  <a:srgbClr val="68DFE2"/>
                </a:solidFill>
              </a:defRPr>
            </a:lvl9pPr>
          </a:lstStyle>
          <a:p xmlns:a="http://schemas.openxmlformats.org/drawingml/2006/main">
            <a:pPr>
              <a:defRPr sz="2250" b="1">
                <a:solidFill>
                  <a:srgbClr val="68DFE2"/>
                </a:solidFill>
              </a:defRPr>
            </a:pPr>
            <a:r>
              <a:rPr sz="2250" b="1">
                <a:solidFill>
                  <a:srgbClr val="68DFE2"/>
                </a:solidFill>
              </a:rPr>
              <a:t>Approve</a:t>
            </a:r>
          </a:p>
        </p:txBody>
      </p:sp>
      <p:sp>
        <p:nvSpPr>
          <p:cNvPr id="10" name="Pause sensitive work for a scoped user decisi">
            <a:extLst xmlns:a="http://schemas.openxmlformats.org/drawingml/2006/main">
              <a:ext uri="{FF2B5EF4-FFF2-40B4-BE49-F238E27FC236}">
                <a16:creationId xmlns:a16="http://schemas.microsoft.com/office/drawing/2014/main" id="{F0459C94-172C-46D3-88B3-50DEAD1AB5D0}"/>
              </a:ext>
            </a:extLst>
          </p:cNvPr>
          <p:cNvSpPr>
            <a:spLocks xmlns:a="http://schemas.openxmlformats.org/drawingml/2006/main" noGrp="1"/>
          </p:cNvSpPr>
          <p:nvPr/>
        </p:nvSpPr>
        <p:spPr>
          <a:xfrm xmlns:a="http://schemas.openxmlformats.org/drawingml/2006/main">
            <a:off x="685800" y="4267200"/>
            <a:ext cx="5381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4C8CD"/>
                </a:solidFill>
              </a:defRPr>
            </a:defPPr>
            <a:lvl1pPr>
              <a:defRPr sz="1800" b="0">
                <a:solidFill>
                  <a:srgbClr val="B4C8CD"/>
                </a:solidFill>
              </a:defRPr>
            </a:lvl1pPr>
            <a:lvl2pPr>
              <a:defRPr sz="1800" b="0">
                <a:solidFill>
                  <a:srgbClr val="B4C8CD"/>
                </a:solidFill>
              </a:defRPr>
            </a:lvl2pPr>
            <a:lvl3pPr>
              <a:defRPr sz="1800" b="0">
                <a:solidFill>
                  <a:srgbClr val="B4C8CD"/>
                </a:solidFill>
              </a:defRPr>
            </a:lvl3pPr>
            <a:lvl4pPr>
              <a:defRPr sz="1800" b="0">
                <a:solidFill>
                  <a:srgbClr val="B4C8CD"/>
                </a:solidFill>
              </a:defRPr>
            </a:lvl4pPr>
            <a:lvl5pPr>
              <a:defRPr sz="1800" b="0">
                <a:solidFill>
                  <a:srgbClr val="B4C8CD"/>
                </a:solidFill>
              </a:defRPr>
            </a:lvl5pPr>
            <a:lvl6pPr>
              <a:defRPr sz="1800" b="0">
                <a:solidFill>
                  <a:srgbClr val="B4C8CD"/>
                </a:solidFill>
              </a:defRPr>
            </a:lvl6pPr>
            <a:lvl7pPr>
              <a:defRPr sz="1800" b="0">
                <a:solidFill>
                  <a:srgbClr val="B4C8CD"/>
                </a:solidFill>
              </a:defRPr>
            </a:lvl7pPr>
            <a:lvl8pPr>
              <a:defRPr sz="1800" b="0">
                <a:solidFill>
                  <a:srgbClr val="B4C8CD"/>
                </a:solidFill>
              </a:defRPr>
            </a:lvl8pPr>
            <a:lvl9pPr>
              <a:defRPr sz="1800" b="0">
                <a:solidFill>
                  <a:srgbClr val="B4C8CD"/>
                </a:solidFill>
              </a:defRPr>
            </a:lvl9pPr>
          </a:lstStyle>
          <a:p xmlns:a="http://schemas.openxmlformats.org/drawingml/2006/main">
            <a:pPr>
              <a:defRPr sz="1800" b="0">
                <a:solidFill>
                  <a:srgbClr val="B4C8CD"/>
                </a:solidFill>
              </a:defRPr>
            </a:pPr>
            <a:r>
              <a:rPr sz="1800" b="0">
                <a:solidFill>
                  <a:srgbClr val="B4C8CD"/>
                </a:solidFill>
              </a:rPr>
              <a:t>Pause sensitive work for a scoped user decision.</a:t>
            </a:r>
          </a:p>
        </p:txBody>
      </p:sp>
      <p:sp>
        <p:nvSpPr>
          <p:cNvPr id="11" name="Verify">
            <a:extLst xmlns:a="http://schemas.openxmlformats.org/drawingml/2006/main">
              <a:ext uri="{FF2B5EF4-FFF2-40B4-BE49-F238E27FC236}">
                <a16:creationId xmlns:a16="http://schemas.microsoft.com/office/drawing/2014/main" id="{AC068D6B-3D5D-4CCF-A3FF-10F7F39D0F27}"/>
              </a:ext>
            </a:extLst>
          </p:cNvPr>
          <p:cNvSpPr>
            <a:spLocks xmlns:a="http://schemas.openxmlformats.org/drawingml/2006/main" noGrp="1"/>
          </p:cNvSpPr>
          <p:nvPr/>
        </p:nvSpPr>
        <p:spPr>
          <a:xfrm xmlns:a="http://schemas.openxmlformats.org/drawingml/2006/main">
            <a:off x="685800" y="482917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68DFE2"/>
                </a:solidFill>
              </a:defRPr>
            </a:defPPr>
            <a:lvl1pPr>
              <a:defRPr sz="2250" b="1">
                <a:solidFill>
                  <a:srgbClr val="68DFE2"/>
                </a:solidFill>
              </a:defRPr>
            </a:lvl1pPr>
            <a:lvl2pPr>
              <a:defRPr sz="2250" b="1">
                <a:solidFill>
                  <a:srgbClr val="68DFE2"/>
                </a:solidFill>
              </a:defRPr>
            </a:lvl2pPr>
            <a:lvl3pPr>
              <a:defRPr sz="2250" b="1">
                <a:solidFill>
                  <a:srgbClr val="68DFE2"/>
                </a:solidFill>
              </a:defRPr>
            </a:lvl3pPr>
            <a:lvl4pPr>
              <a:defRPr sz="2250" b="1">
                <a:solidFill>
                  <a:srgbClr val="68DFE2"/>
                </a:solidFill>
              </a:defRPr>
            </a:lvl4pPr>
            <a:lvl5pPr>
              <a:defRPr sz="2250" b="1">
                <a:solidFill>
                  <a:srgbClr val="68DFE2"/>
                </a:solidFill>
              </a:defRPr>
            </a:lvl5pPr>
            <a:lvl6pPr>
              <a:defRPr sz="2250" b="1">
                <a:solidFill>
                  <a:srgbClr val="68DFE2"/>
                </a:solidFill>
              </a:defRPr>
            </a:lvl6pPr>
            <a:lvl7pPr>
              <a:defRPr sz="2250" b="1">
                <a:solidFill>
                  <a:srgbClr val="68DFE2"/>
                </a:solidFill>
              </a:defRPr>
            </a:lvl7pPr>
            <a:lvl8pPr>
              <a:defRPr sz="2250" b="1">
                <a:solidFill>
                  <a:srgbClr val="68DFE2"/>
                </a:solidFill>
              </a:defRPr>
            </a:lvl8pPr>
            <a:lvl9pPr>
              <a:defRPr sz="2250" b="1">
                <a:solidFill>
                  <a:srgbClr val="68DFE2"/>
                </a:solidFill>
              </a:defRPr>
            </a:lvl9pPr>
          </a:lstStyle>
          <a:p xmlns:a="http://schemas.openxmlformats.org/drawingml/2006/main">
            <a:pPr>
              <a:defRPr sz="2250" b="1">
                <a:solidFill>
                  <a:srgbClr val="68DFE2"/>
                </a:solidFill>
              </a:defRPr>
            </a:pPr>
            <a:r>
              <a:rPr sz="2250" b="1">
                <a:solidFill>
                  <a:srgbClr val="68DFE2"/>
                </a:solidFill>
              </a:rPr>
              <a:t>Verify</a:t>
            </a:r>
          </a:p>
        </p:txBody>
      </p:sp>
      <p:sp>
        <p:nvSpPr>
          <p:cNvPr id="12" name="Attach observed results and retain uncertaint">
            <a:extLst xmlns:a="http://schemas.openxmlformats.org/drawingml/2006/main">
              <a:ext uri="{FF2B5EF4-FFF2-40B4-BE49-F238E27FC236}">
                <a16:creationId xmlns:a16="http://schemas.microsoft.com/office/drawing/2014/main" id="{B3209755-1C7E-488D-A07C-F14FA8549403}"/>
              </a:ext>
            </a:extLst>
          </p:cNvPr>
          <p:cNvSpPr>
            <a:spLocks xmlns:a="http://schemas.openxmlformats.org/drawingml/2006/main" noGrp="1"/>
          </p:cNvSpPr>
          <p:nvPr/>
        </p:nvSpPr>
        <p:spPr>
          <a:xfrm xmlns:a="http://schemas.openxmlformats.org/drawingml/2006/main">
            <a:off x="685800" y="5229225"/>
            <a:ext cx="5381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4C8CD"/>
                </a:solidFill>
              </a:defRPr>
            </a:defPPr>
            <a:lvl1pPr>
              <a:defRPr sz="1800" b="0">
                <a:solidFill>
                  <a:srgbClr val="B4C8CD"/>
                </a:solidFill>
              </a:defRPr>
            </a:lvl1pPr>
            <a:lvl2pPr>
              <a:defRPr sz="1800" b="0">
                <a:solidFill>
                  <a:srgbClr val="B4C8CD"/>
                </a:solidFill>
              </a:defRPr>
            </a:lvl2pPr>
            <a:lvl3pPr>
              <a:defRPr sz="1800" b="0">
                <a:solidFill>
                  <a:srgbClr val="B4C8CD"/>
                </a:solidFill>
              </a:defRPr>
            </a:lvl3pPr>
            <a:lvl4pPr>
              <a:defRPr sz="1800" b="0">
                <a:solidFill>
                  <a:srgbClr val="B4C8CD"/>
                </a:solidFill>
              </a:defRPr>
            </a:lvl4pPr>
            <a:lvl5pPr>
              <a:defRPr sz="1800" b="0">
                <a:solidFill>
                  <a:srgbClr val="B4C8CD"/>
                </a:solidFill>
              </a:defRPr>
            </a:lvl5pPr>
            <a:lvl6pPr>
              <a:defRPr sz="1800" b="0">
                <a:solidFill>
                  <a:srgbClr val="B4C8CD"/>
                </a:solidFill>
              </a:defRPr>
            </a:lvl6pPr>
            <a:lvl7pPr>
              <a:defRPr sz="1800" b="0">
                <a:solidFill>
                  <a:srgbClr val="B4C8CD"/>
                </a:solidFill>
              </a:defRPr>
            </a:lvl7pPr>
            <a:lvl8pPr>
              <a:defRPr sz="1800" b="0">
                <a:solidFill>
                  <a:srgbClr val="B4C8CD"/>
                </a:solidFill>
              </a:defRPr>
            </a:lvl8pPr>
            <a:lvl9pPr>
              <a:defRPr sz="1800" b="0">
                <a:solidFill>
                  <a:srgbClr val="B4C8CD"/>
                </a:solidFill>
              </a:defRPr>
            </a:lvl9pPr>
          </a:lstStyle>
          <a:p xmlns:a="http://schemas.openxmlformats.org/drawingml/2006/main">
            <a:pPr>
              <a:defRPr sz="1800" b="0">
                <a:solidFill>
                  <a:srgbClr val="B4C8CD"/>
                </a:solidFill>
              </a:defRPr>
            </a:pPr>
            <a:r>
              <a:rPr sz="1800" b="0">
                <a:solidFill>
                  <a:srgbClr val="B4C8CD"/>
                </a:solidFill>
              </a:rPr>
              <a:t>Attach observed results and retain uncertainty.</a:t>
            </a:r>
          </a:p>
        </p:txBody>
      </p:sp>
      <p:sp>
        <p:nvSpPr>
          <p:cNvPr id="13" name="An outcome can be partial">
            <a:extLst xmlns:a="http://schemas.openxmlformats.org/drawingml/2006/main">
              <a:ext uri="{FF2B5EF4-FFF2-40B4-BE49-F238E27FC236}">
                <a16:creationId xmlns:a16="http://schemas.microsoft.com/office/drawing/2014/main" id="{D26C42E9-6F7E-4BF9-B34D-127D99F3192F}"/>
              </a:ext>
            </a:extLst>
          </p:cNvPr>
          <p:cNvSpPr>
            <a:spLocks xmlns:a="http://schemas.openxmlformats.org/drawingml/2006/main" noGrp="1"/>
          </p:cNvSpPr>
          <p:nvPr/>
        </p:nvSpPr>
        <p:spPr>
          <a:xfrm xmlns:a="http://schemas.openxmlformats.org/drawingml/2006/main">
            <a:off x="7000875" y="1971675"/>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6F8F5"/>
                </a:solidFill>
              </a:defRPr>
            </a:defPPr>
            <a:lvl1pPr>
              <a:defRPr sz="2550" b="1">
                <a:solidFill>
                  <a:srgbClr val="F6F8F5"/>
                </a:solidFill>
              </a:defRPr>
            </a:lvl1pPr>
            <a:lvl2pPr>
              <a:defRPr sz="2550" b="1">
                <a:solidFill>
                  <a:srgbClr val="F6F8F5"/>
                </a:solidFill>
              </a:defRPr>
            </a:lvl2pPr>
            <a:lvl3pPr>
              <a:defRPr sz="2550" b="1">
                <a:solidFill>
                  <a:srgbClr val="F6F8F5"/>
                </a:solidFill>
              </a:defRPr>
            </a:lvl3pPr>
            <a:lvl4pPr>
              <a:defRPr sz="2550" b="1">
                <a:solidFill>
                  <a:srgbClr val="F6F8F5"/>
                </a:solidFill>
              </a:defRPr>
            </a:lvl4pPr>
            <a:lvl5pPr>
              <a:defRPr sz="2550" b="1">
                <a:solidFill>
                  <a:srgbClr val="F6F8F5"/>
                </a:solidFill>
              </a:defRPr>
            </a:lvl5pPr>
            <a:lvl6pPr>
              <a:defRPr sz="2550" b="1">
                <a:solidFill>
                  <a:srgbClr val="F6F8F5"/>
                </a:solidFill>
              </a:defRPr>
            </a:lvl6pPr>
            <a:lvl7pPr>
              <a:defRPr sz="2550" b="1">
                <a:solidFill>
                  <a:srgbClr val="F6F8F5"/>
                </a:solidFill>
              </a:defRPr>
            </a:lvl7pPr>
            <a:lvl8pPr>
              <a:defRPr sz="2550" b="1">
                <a:solidFill>
                  <a:srgbClr val="F6F8F5"/>
                </a:solidFill>
              </a:defRPr>
            </a:lvl8pPr>
            <a:lvl9pPr>
              <a:defRPr sz="2550" b="1">
                <a:solidFill>
                  <a:srgbClr val="F6F8F5"/>
                </a:solidFill>
              </a:defRPr>
            </a:lvl9pPr>
          </a:lstStyle>
          <a:p xmlns:a="http://schemas.openxmlformats.org/drawingml/2006/main">
            <a:pPr>
              <a:defRPr sz="2550" b="1">
                <a:solidFill>
                  <a:srgbClr val="F6F8F5"/>
                </a:solidFill>
              </a:defRPr>
            </a:pPr>
            <a:r>
              <a:rPr sz="2550" b="1">
                <a:solidFill>
                  <a:srgbClr val="F6F8F5"/>
                </a:solidFill>
              </a:rPr>
              <a:t>An outcome can be partial</a:t>
            </a:r>
          </a:p>
        </p:txBody>
      </p:sp>
      <p:sp>
        <p:nvSpPr>
          <p:cNvPr id="14" name="A browser launch request&#10;can succeed while pa">
            <a:extLst xmlns:a="http://schemas.openxmlformats.org/drawingml/2006/main">
              <a:ext uri="{FF2B5EF4-FFF2-40B4-BE49-F238E27FC236}">
                <a16:creationId xmlns:a16="http://schemas.microsoft.com/office/drawing/2014/main" id="{43055DD3-6231-4B4F-9268-AD22B14E0810}"/>
              </a:ext>
            </a:extLst>
          </p:cNvPr>
          <p:cNvSpPr>
            <a:spLocks xmlns:a="http://schemas.openxmlformats.org/drawingml/2006/main" noGrp="1"/>
          </p:cNvSpPr>
          <p:nvPr/>
        </p:nvSpPr>
        <p:spPr>
          <a:xfrm xmlns:a="http://schemas.openxmlformats.org/drawingml/2006/main">
            <a:off x="7000875" y="2886075"/>
            <a:ext cx="4476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B4C8CD"/>
                </a:solidFill>
              </a:defRPr>
            </a:defPPr>
            <a:lvl1pPr>
              <a:defRPr sz="2100" b="0">
                <a:solidFill>
                  <a:srgbClr val="B4C8CD"/>
                </a:solidFill>
              </a:defRPr>
            </a:lvl1pPr>
            <a:lvl2pPr>
              <a:defRPr sz="2100" b="0">
                <a:solidFill>
                  <a:srgbClr val="B4C8CD"/>
                </a:solidFill>
              </a:defRPr>
            </a:lvl2pPr>
            <a:lvl3pPr>
              <a:defRPr sz="2100" b="0">
                <a:solidFill>
                  <a:srgbClr val="B4C8CD"/>
                </a:solidFill>
              </a:defRPr>
            </a:lvl3pPr>
            <a:lvl4pPr>
              <a:defRPr sz="2100" b="0">
                <a:solidFill>
                  <a:srgbClr val="B4C8CD"/>
                </a:solidFill>
              </a:defRPr>
            </a:lvl4pPr>
            <a:lvl5pPr>
              <a:defRPr sz="2100" b="0">
                <a:solidFill>
                  <a:srgbClr val="B4C8CD"/>
                </a:solidFill>
              </a:defRPr>
            </a:lvl5pPr>
            <a:lvl6pPr>
              <a:defRPr sz="2100" b="0">
                <a:solidFill>
                  <a:srgbClr val="B4C8CD"/>
                </a:solidFill>
              </a:defRPr>
            </a:lvl6pPr>
            <a:lvl7pPr>
              <a:defRPr sz="2100" b="0">
                <a:solidFill>
                  <a:srgbClr val="B4C8CD"/>
                </a:solidFill>
              </a:defRPr>
            </a:lvl7pPr>
            <a:lvl8pPr>
              <a:defRPr sz="2100" b="0">
                <a:solidFill>
                  <a:srgbClr val="B4C8CD"/>
                </a:solidFill>
              </a:defRPr>
            </a:lvl8pPr>
            <a:lvl9pPr>
              <a:defRPr sz="2100" b="0">
                <a:solidFill>
                  <a:srgbClr val="B4C8CD"/>
                </a:solidFill>
              </a:defRPr>
            </a:lvl9pPr>
          </a:lstStyle>
          <a:p xmlns:a="http://schemas.openxmlformats.org/drawingml/2006/main">
            <a:pPr>
              <a:defRPr sz="2100" b="0">
                <a:solidFill>
                  <a:srgbClr val="B4C8CD"/>
                </a:solidFill>
              </a:defRPr>
            </a:pPr>
            <a:r>
              <a:rPr sz="2100" b="0">
                <a:solidFill>
                  <a:srgbClr val="B4C8CD"/>
                </a:solidFill>
              </a:rPr>
              <a:t>A browser launch request</a:t>
            </a:r>
          </a:p>
          <a:p xmlns:a="http://schemas.openxmlformats.org/drawingml/2006/main">
            <a:pPr>
              <a:defRPr sz="2100" b="0">
                <a:solidFill>
                  <a:srgbClr val="B4C8CD"/>
                </a:solidFill>
              </a:defRPr>
            </a:pPr>
            <a:r>
              <a:rPr sz="2100" b="0">
                <a:solidFill>
                  <a:srgbClr val="B4C8CD"/>
                </a:solidFill>
              </a:rPr>
              <a:t>can succeed while page-load</a:t>
            </a:r>
          </a:p>
          <a:p xmlns:a="http://schemas.openxmlformats.org/drawingml/2006/main">
            <a:pPr>
              <a:defRPr sz="2100" b="0">
                <a:solidFill>
                  <a:srgbClr val="B4C8CD"/>
                </a:solidFill>
              </a:defRPr>
            </a:pPr>
            <a:r>
              <a:rPr sz="2100" b="0">
                <a:solidFill>
                  <a:srgbClr val="B4C8CD"/>
                </a:solidFill>
              </a:rPr>
              <a:t>verification remains unavailable.</a:t>
            </a:r>
          </a:p>
        </p:txBody>
      </p:sp>
      <p:sp>
        <p:nvSpPr>
          <p:cNvPr id="15" name="">
            <a:extLst xmlns:a="http://schemas.openxmlformats.org/drawingml/2006/main">
              <a:ext uri="{FF2B5EF4-FFF2-40B4-BE49-F238E27FC236}">
                <a16:creationId xmlns:a16="http://schemas.microsoft.com/office/drawing/2014/main" id="{69D1683B-5CDF-4A5F-9BB6-EF4C7C7FD2C3}"/>
              </a:ext>
            </a:extLst>
          </p:cNvPr>
          <p:cNvSpPr>
            <a:spLocks xmlns:a="http://schemas.openxmlformats.org/drawingml/2006/main" noGrp="1"/>
          </p:cNvSpPr>
          <p:nvPr/>
        </p:nvSpPr>
        <p:spPr>
          <a:xfrm xmlns:a="http://schemas.openxmlformats.org/drawingml/2006/main">
            <a:off x="7000875" y="4457700"/>
            <a:ext cx="4505325" cy="0"/>
          </a:xfrm>
          <a:prstGeom xmlns:a="http://schemas.openxmlformats.org/drawingml/2006/main" prst="line">
            <a:avLst/>
          </a:prstGeom>
          <a:noFill xmlns:a="http://schemas.openxmlformats.org/drawingml/2006/main"/>
          <a:ln xmlns:a="http://schemas.openxmlformats.org/drawingml/2006/main" w="9525">
            <a:solidFill>
              <a:srgbClr val="34525B"/>
            </a:solidFill>
          </a:ln>
        </p:spPr>
      </p:sp>
      <p:sp>
        <p:nvSpPr>
          <p:cNvPr id="16" name="The result keeps that distinction&#10;in the task">
            <a:extLst xmlns:a="http://schemas.openxmlformats.org/drawingml/2006/main">
              <a:ext uri="{FF2B5EF4-FFF2-40B4-BE49-F238E27FC236}">
                <a16:creationId xmlns:a16="http://schemas.microsoft.com/office/drawing/2014/main" id="{E0D9A452-6969-4019-98FE-1F55D2E6E26F}"/>
              </a:ext>
            </a:extLst>
          </p:cNvPr>
          <p:cNvSpPr>
            <a:spLocks xmlns:a="http://schemas.openxmlformats.org/drawingml/2006/main" noGrp="1"/>
          </p:cNvSpPr>
          <p:nvPr/>
        </p:nvSpPr>
        <p:spPr>
          <a:xfrm xmlns:a="http://schemas.openxmlformats.org/drawingml/2006/main">
            <a:off x="7000875" y="4791075"/>
            <a:ext cx="4505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6F8F5"/>
                </a:solidFill>
              </a:defRPr>
            </a:defPPr>
            <a:lvl1pPr>
              <a:defRPr sz="2025" b="0">
                <a:solidFill>
                  <a:srgbClr val="F6F8F5"/>
                </a:solidFill>
              </a:defRPr>
            </a:lvl1pPr>
            <a:lvl2pPr>
              <a:defRPr sz="2025" b="0">
                <a:solidFill>
                  <a:srgbClr val="F6F8F5"/>
                </a:solidFill>
              </a:defRPr>
            </a:lvl2pPr>
            <a:lvl3pPr>
              <a:defRPr sz="2025" b="0">
                <a:solidFill>
                  <a:srgbClr val="F6F8F5"/>
                </a:solidFill>
              </a:defRPr>
            </a:lvl3pPr>
            <a:lvl4pPr>
              <a:defRPr sz="2025" b="0">
                <a:solidFill>
                  <a:srgbClr val="F6F8F5"/>
                </a:solidFill>
              </a:defRPr>
            </a:lvl4pPr>
            <a:lvl5pPr>
              <a:defRPr sz="2025" b="0">
                <a:solidFill>
                  <a:srgbClr val="F6F8F5"/>
                </a:solidFill>
              </a:defRPr>
            </a:lvl5pPr>
            <a:lvl6pPr>
              <a:defRPr sz="2025" b="0">
                <a:solidFill>
                  <a:srgbClr val="F6F8F5"/>
                </a:solidFill>
              </a:defRPr>
            </a:lvl6pPr>
            <a:lvl7pPr>
              <a:defRPr sz="2025" b="0">
                <a:solidFill>
                  <a:srgbClr val="F6F8F5"/>
                </a:solidFill>
              </a:defRPr>
            </a:lvl7pPr>
            <a:lvl8pPr>
              <a:defRPr sz="2025" b="0">
                <a:solidFill>
                  <a:srgbClr val="F6F8F5"/>
                </a:solidFill>
              </a:defRPr>
            </a:lvl8pPr>
            <a:lvl9pPr>
              <a:defRPr sz="2025" b="0">
                <a:solidFill>
                  <a:srgbClr val="F6F8F5"/>
                </a:solidFill>
              </a:defRPr>
            </a:lvl9pPr>
          </a:lstStyle>
          <a:p xmlns:a="http://schemas.openxmlformats.org/drawingml/2006/main">
            <a:pPr>
              <a:defRPr sz="2025" b="0">
                <a:solidFill>
                  <a:srgbClr val="F6F8F5"/>
                </a:solidFill>
              </a:defRPr>
            </a:pPr>
            <a:r>
              <a:rPr sz="2025" b="0">
                <a:solidFill>
                  <a:srgbClr val="F6F8F5"/>
                </a:solidFill>
              </a:rPr>
              <a:t>The result keeps that distinction</a:t>
            </a:r>
          </a:p>
          <a:p xmlns:a="http://schemas.openxmlformats.org/drawingml/2006/main">
            <a:pPr>
              <a:defRPr sz="2025" b="0">
                <a:solidFill>
                  <a:srgbClr val="F6F8F5"/>
                </a:solidFill>
              </a:defRPr>
            </a:pPr>
            <a:r>
              <a:rPr sz="2025" b="0">
                <a:solidFill>
                  <a:srgbClr val="F6F8F5"/>
                </a:solidFill>
              </a:rPr>
              <a:t>in the task record and user response.</a:t>
            </a:r>
          </a:p>
        </p:txBody>
      </p:sp>
    </p:spTree>
    <p:extLst>
      <p:ext uri="{BB962C8B-B14F-4D97-AF65-F5344CB8AC3E}">
        <p14:creationId xmlns:p14="http://schemas.microsoft.com/office/powerpoint/2010/main" val="1460726840"/>
      </p:ext>
    </p:extLst>
  </p:cSld>
</p:sld>
</file>

<file path=ppt/slides/slide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 name="Local execution with selectable voice and LLM">
            <a:extLst xmlns:a="http://schemas.openxmlformats.org/drawingml/2006/main">
              <a:ext uri="{FF2B5EF4-FFF2-40B4-BE49-F238E27FC236}">
                <a16:creationId xmlns:a16="http://schemas.microsoft.com/office/drawing/2014/main" id="{721D2694-1CDA-4C33-B601-F416AAA45BBB}"/>
              </a:ext>
            </a:extLst>
          </p:cNvPr>
          <p:cNvSpPr>
            <a:spLocks xmlns:a="http://schemas.openxmlformats.org/drawingml/2006/main" noGrp="1"/>
          </p:cNvSpPr>
          <p:nvPr/>
        </p:nvSpPr>
        <p:spPr>
          <a:xfrm xmlns:a="http://schemas.openxmlformats.org/drawingml/2006/main">
            <a:off x="685800" y="5524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A33"/>
                </a:solidFill>
              </a:defRPr>
            </a:defPPr>
            <a:lvl1pPr>
              <a:defRPr sz="3300" b="1">
                <a:solidFill>
                  <a:srgbClr val="102A33"/>
                </a:solidFill>
              </a:defRPr>
            </a:lvl1pPr>
            <a:lvl2pPr>
              <a:defRPr sz="3300" b="1">
                <a:solidFill>
                  <a:srgbClr val="102A33"/>
                </a:solidFill>
              </a:defRPr>
            </a:lvl2pPr>
            <a:lvl3pPr>
              <a:defRPr sz="3300" b="1">
                <a:solidFill>
                  <a:srgbClr val="102A33"/>
                </a:solidFill>
              </a:defRPr>
            </a:lvl3pPr>
            <a:lvl4pPr>
              <a:defRPr sz="3300" b="1">
                <a:solidFill>
                  <a:srgbClr val="102A33"/>
                </a:solidFill>
              </a:defRPr>
            </a:lvl4pPr>
            <a:lvl5pPr>
              <a:defRPr sz="3300" b="1">
                <a:solidFill>
                  <a:srgbClr val="102A33"/>
                </a:solidFill>
              </a:defRPr>
            </a:lvl5pPr>
            <a:lvl6pPr>
              <a:defRPr sz="3300" b="1">
                <a:solidFill>
                  <a:srgbClr val="102A33"/>
                </a:solidFill>
              </a:defRPr>
            </a:lvl6pPr>
            <a:lvl7pPr>
              <a:defRPr sz="3300" b="1">
                <a:solidFill>
                  <a:srgbClr val="102A33"/>
                </a:solidFill>
              </a:defRPr>
            </a:lvl7pPr>
            <a:lvl8pPr>
              <a:defRPr sz="3300" b="1">
                <a:solidFill>
                  <a:srgbClr val="102A33"/>
                </a:solidFill>
              </a:defRPr>
            </a:lvl8pPr>
            <a:lvl9pPr>
              <a:defRPr sz="3300" b="1">
                <a:solidFill>
                  <a:srgbClr val="102A33"/>
                </a:solidFill>
              </a:defRPr>
            </a:lvl9pPr>
          </a:lstStyle>
          <a:p xmlns:a="http://schemas.openxmlformats.org/drawingml/2006/main">
            <a:pPr>
              <a:defRPr sz="3300" b="1">
                <a:solidFill>
                  <a:srgbClr val="102A33"/>
                </a:solidFill>
              </a:defRPr>
            </a:pPr>
            <a:r>
              <a:rPr sz="3300" b="1">
                <a:solidFill>
                  <a:srgbClr val="102A33"/>
                </a:solidFill>
              </a:rPr>
              <a:t>Local execution with selectable voice and LLM providers</a:t>
            </a:r>
          </a:p>
        </p:txBody>
      </p:sp>
      <p:sp>
        <p:nvSpPr>
          <p:cNvPr id="3" name="VANESSA">
            <a:extLst xmlns:a="http://schemas.openxmlformats.org/drawingml/2006/main">
              <a:ext uri="{FF2B5EF4-FFF2-40B4-BE49-F238E27FC236}">
                <a16:creationId xmlns:a16="http://schemas.microsoft.com/office/drawing/2014/main" id="{0A036DE9-9B11-4B87-9D52-632599D3571E}"/>
              </a:ext>
            </a:extLst>
          </p:cNvPr>
          <p:cNvSpPr>
            <a:spLocks xmlns:a="http://schemas.openxmlformats.org/drawingml/2006/main" noGrp="1"/>
          </p:cNvSpPr>
          <p:nvPr/>
        </p:nvSpPr>
        <p:spPr>
          <a:xfrm xmlns:a="http://schemas.openxmlformats.org/drawingml/2006/main">
            <a:off x="685800" y="641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2676D"/>
                </a:solidFill>
              </a:defRPr>
            </a:defPPr>
            <a:lvl1pPr>
              <a:defRPr sz="1125" b="1">
                <a:solidFill>
                  <a:srgbClr val="52676D"/>
                </a:solidFill>
              </a:defRPr>
            </a:lvl1pPr>
            <a:lvl2pPr>
              <a:defRPr sz="1125" b="1">
                <a:solidFill>
                  <a:srgbClr val="52676D"/>
                </a:solidFill>
              </a:defRPr>
            </a:lvl2pPr>
            <a:lvl3pPr>
              <a:defRPr sz="1125" b="1">
                <a:solidFill>
                  <a:srgbClr val="52676D"/>
                </a:solidFill>
              </a:defRPr>
            </a:lvl3pPr>
            <a:lvl4pPr>
              <a:defRPr sz="1125" b="1">
                <a:solidFill>
                  <a:srgbClr val="52676D"/>
                </a:solidFill>
              </a:defRPr>
            </a:lvl4pPr>
            <a:lvl5pPr>
              <a:defRPr sz="1125" b="1">
                <a:solidFill>
                  <a:srgbClr val="52676D"/>
                </a:solidFill>
              </a:defRPr>
            </a:lvl5pPr>
            <a:lvl6pPr>
              <a:defRPr sz="1125" b="1">
                <a:solidFill>
                  <a:srgbClr val="52676D"/>
                </a:solidFill>
              </a:defRPr>
            </a:lvl6pPr>
            <a:lvl7pPr>
              <a:defRPr sz="1125" b="1">
                <a:solidFill>
                  <a:srgbClr val="52676D"/>
                </a:solidFill>
              </a:defRPr>
            </a:lvl7pPr>
            <a:lvl8pPr>
              <a:defRPr sz="1125" b="1">
                <a:solidFill>
                  <a:srgbClr val="52676D"/>
                </a:solidFill>
              </a:defRPr>
            </a:lvl8pPr>
            <a:lvl9pPr>
              <a:defRPr sz="1125" b="1">
                <a:solidFill>
                  <a:srgbClr val="52676D"/>
                </a:solidFill>
              </a:defRPr>
            </a:lvl9pPr>
          </a:lstStyle>
          <a:p xmlns:a="http://schemas.openxmlformats.org/drawingml/2006/main">
            <a:pPr>
              <a:defRPr sz="1125" b="1">
                <a:solidFill>
                  <a:srgbClr val="52676D"/>
                </a:solidFill>
              </a:defRPr>
            </a:pPr>
            <a:r>
              <a:rPr sz="1125" b="1">
                <a:solidFill>
                  <a:srgbClr val="52676D"/>
                </a:solidFill>
              </a:rPr>
              <a:t>VANESSA</a:t>
            </a:r>
          </a:p>
        </p:txBody>
      </p:sp>
      <p:sp>
        <p:nvSpPr>
          <p:cNvPr id="4" name="07 / 11">
            <a:extLst xmlns:a="http://schemas.openxmlformats.org/drawingml/2006/main">
              <a:ext uri="{FF2B5EF4-FFF2-40B4-BE49-F238E27FC236}">
                <a16:creationId xmlns:a16="http://schemas.microsoft.com/office/drawing/2014/main" id="{6F47BBE6-022B-49B1-9C68-FC49F93E1E48}"/>
              </a:ext>
            </a:extLst>
          </p:cNvPr>
          <p:cNvSpPr>
            <a:spLocks xmlns:a="http://schemas.openxmlformats.org/drawingml/2006/main" noGrp="1"/>
          </p:cNvSpPr>
          <p:nvPr/>
        </p:nvSpPr>
        <p:spPr>
          <a:xfrm xmlns:a="http://schemas.openxmlformats.org/drawingml/2006/main">
            <a:off x="10648950" y="64198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6D"/>
                </a:solidFill>
              </a:defRPr>
            </a:defPPr>
            <a:lvl1pPr>
              <a:defRPr sz="1125" b="0">
                <a:solidFill>
                  <a:srgbClr val="52676D"/>
                </a:solidFill>
              </a:defRPr>
            </a:lvl1pPr>
            <a:lvl2pPr>
              <a:defRPr sz="1125" b="0">
                <a:solidFill>
                  <a:srgbClr val="52676D"/>
                </a:solidFill>
              </a:defRPr>
            </a:lvl2pPr>
            <a:lvl3pPr>
              <a:defRPr sz="1125" b="0">
                <a:solidFill>
                  <a:srgbClr val="52676D"/>
                </a:solidFill>
              </a:defRPr>
            </a:lvl3pPr>
            <a:lvl4pPr>
              <a:defRPr sz="1125" b="0">
                <a:solidFill>
                  <a:srgbClr val="52676D"/>
                </a:solidFill>
              </a:defRPr>
            </a:lvl4pPr>
            <a:lvl5pPr>
              <a:defRPr sz="1125" b="0">
                <a:solidFill>
                  <a:srgbClr val="52676D"/>
                </a:solidFill>
              </a:defRPr>
            </a:lvl5pPr>
            <a:lvl6pPr>
              <a:defRPr sz="1125" b="0">
                <a:solidFill>
                  <a:srgbClr val="52676D"/>
                </a:solidFill>
              </a:defRPr>
            </a:lvl6pPr>
            <a:lvl7pPr>
              <a:defRPr sz="1125" b="0">
                <a:solidFill>
                  <a:srgbClr val="52676D"/>
                </a:solidFill>
              </a:defRPr>
            </a:lvl7pPr>
            <a:lvl8pPr>
              <a:defRPr sz="1125" b="0">
                <a:solidFill>
                  <a:srgbClr val="52676D"/>
                </a:solidFill>
              </a:defRPr>
            </a:lvl8pPr>
            <a:lvl9pPr>
              <a:defRPr sz="1125" b="0">
                <a:solidFill>
                  <a:srgbClr val="52676D"/>
                </a:solidFill>
              </a:defRPr>
            </a:lvl9pPr>
          </a:lstStyle>
          <a:p xmlns:a="http://schemas.openxmlformats.org/drawingml/2006/main">
            <a:pPr>
              <a:defRPr sz="1125" b="0">
                <a:solidFill>
                  <a:srgbClr val="52676D"/>
                </a:solidFill>
              </a:defRPr>
            </a:pPr>
            <a:r>
              <a:rPr sz="1125" b="0">
                <a:solidFill>
                  <a:srgbClr val="52676D"/>
                </a:solidFill>
              </a:rPr>
              <a:t>07 / 11</a:t>
            </a:r>
          </a:p>
        </p:txBody>
      </p:sp>
      <p:sp>
        <p:nvSpPr>
          <p:cNvPr id="5" name="Local profile">
            <a:extLst xmlns:a="http://schemas.openxmlformats.org/drawingml/2006/main">
              <a:ext uri="{FF2B5EF4-FFF2-40B4-BE49-F238E27FC236}">
                <a16:creationId xmlns:a16="http://schemas.microsoft.com/office/drawing/2014/main" id="{ADF3DB2B-1D68-491F-96D0-8ED81EA878B9}"/>
              </a:ext>
            </a:extLst>
          </p:cNvPr>
          <p:cNvSpPr>
            <a:spLocks xmlns:a="http://schemas.openxmlformats.org/drawingml/2006/main" noGrp="1"/>
          </p:cNvSpPr>
          <p:nvPr/>
        </p:nvSpPr>
        <p:spPr>
          <a:xfrm xmlns:a="http://schemas.openxmlformats.org/drawingml/2006/main">
            <a:off x="685800" y="1990725"/>
            <a:ext cx="4953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07F8B"/>
                </a:solidFill>
              </a:defRPr>
            </a:defPPr>
            <a:lvl1pPr>
              <a:defRPr sz="2550" b="1">
                <a:solidFill>
                  <a:srgbClr val="007F8B"/>
                </a:solidFill>
              </a:defRPr>
            </a:lvl1pPr>
            <a:lvl2pPr>
              <a:defRPr sz="2550" b="1">
                <a:solidFill>
                  <a:srgbClr val="007F8B"/>
                </a:solidFill>
              </a:defRPr>
            </a:lvl2pPr>
            <a:lvl3pPr>
              <a:defRPr sz="2550" b="1">
                <a:solidFill>
                  <a:srgbClr val="007F8B"/>
                </a:solidFill>
              </a:defRPr>
            </a:lvl3pPr>
            <a:lvl4pPr>
              <a:defRPr sz="2550" b="1">
                <a:solidFill>
                  <a:srgbClr val="007F8B"/>
                </a:solidFill>
              </a:defRPr>
            </a:lvl4pPr>
            <a:lvl5pPr>
              <a:defRPr sz="2550" b="1">
                <a:solidFill>
                  <a:srgbClr val="007F8B"/>
                </a:solidFill>
              </a:defRPr>
            </a:lvl5pPr>
            <a:lvl6pPr>
              <a:defRPr sz="2550" b="1">
                <a:solidFill>
                  <a:srgbClr val="007F8B"/>
                </a:solidFill>
              </a:defRPr>
            </a:lvl6pPr>
            <a:lvl7pPr>
              <a:defRPr sz="2550" b="1">
                <a:solidFill>
                  <a:srgbClr val="007F8B"/>
                </a:solidFill>
              </a:defRPr>
            </a:lvl7pPr>
            <a:lvl8pPr>
              <a:defRPr sz="2550" b="1">
                <a:solidFill>
                  <a:srgbClr val="007F8B"/>
                </a:solidFill>
              </a:defRPr>
            </a:lvl8pPr>
            <a:lvl9pPr>
              <a:defRPr sz="2550" b="1">
                <a:solidFill>
                  <a:srgbClr val="007F8B"/>
                </a:solidFill>
              </a:defRPr>
            </a:lvl9pPr>
          </a:lstStyle>
          <a:p xmlns:a="http://schemas.openxmlformats.org/drawingml/2006/main">
            <a:pPr>
              <a:defRPr sz="2550" b="1">
                <a:solidFill>
                  <a:srgbClr val="007F8B"/>
                </a:solidFill>
              </a:defRPr>
            </a:pPr>
            <a:r>
              <a:rPr sz="2550" b="1">
                <a:solidFill>
                  <a:srgbClr val="007F8B"/>
                </a:solidFill>
              </a:rPr>
              <a:t>Local profile</a:t>
            </a:r>
          </a:p>
        </p:txBody>
      </p:sp>
      <p:sp>
        <p:nvSpPr>
          <p:cNvPr id="6" name="Faster-Whisper recognition&#10;Ollama planning an">
            <a:extLst xmlns:a="http://schemas.openxmlformats.org/drawingml/2006/main">
              <a:ext uri="{FF2B5EF4-FFF2-40B4-BE49-F238E27FC236}">
                <a16:creationId xmlns:a16="http://schemas.microsoft.com/office/drawing/2014/main" id="{4B8B6A39-B6EF-451D-83B2-BE0B2CE2871D}"/>
              </a:ext>
            </a:extLst>
          </p:cNvPr>
          <p:cNvSpPr>
            <a:spLocks xmlns:a="http://schemas.openxmlformats.org/drawingml/2006/main" noGrp="1"/>
          </p:cNvSpPr>
          <p:nvPr/>
        </p:nvSpPr>
        <p:spPr>
          <a:xfrm xmlns:a="http://schemas.openxmlformats.org/drawingml/2006/main">
            <a:off x="685800" y="2771775"/>
            <a:ext cx="5143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A33"/>
                </a:solidFill>
              </a:defRPr>
            </a:defPPr>
            <a:lvl1pPr>
              <a:defRPr sz="2250" b="0">
                <a:solidFill>
                  <a:srgbClr val="102A33"/>
                </a:solidFill>
              </a:defRPr>
            </a:lvl1pPr>
            <a:lvl2pPr>
              <a:defRPr sz="2250" b="0">
                <a:solidFill>
                  <a:srgbClr val="102A33"/>
                </a:solidFill>
              </a:defRPr>
            </a:lvl2pPr>
            <a:lvl3pPr>
              <a:defRPr sz="2250" b="0">
                <a:solidFill>
                  <a:srgbClr val="102A33"/>
                </a:solidFill>
              </a:defRPr>
            </a:lvl3pPr>
            <a:lvl4pPr>
              <a:defRPr sz="2250" b="0">
                <a:solidFill>
                  <a:srgbClr val="102A33"/>
                </a:solidFill>
              </a:defRPr>
            </a:lvl4pPr>
            <a:lvl5pPr>
              <a:defRPr sz="2250" b="0">
                <a:solidFill>
                  <a:srgbClr val="102A33"/>
                </a:solidFill>
              </a:defRPr>
            </a:lvl5pPr>
            <a:lvl6pPr>
              <a:defRPr sz="2250" b="0">
                <a:solidFill>
                  <a:srgbClr val="102A33"/>
                </a:solidFill>
              </a:defRPr>
            </a:lvl6pPr>
            <a:lvl7pPr>
              <a:defRPr sz="2250" b="0">
                <a:solidFill>
                  <a:srgbClr val="102A33"/>
                </a:solidFill>
              </a:defRPr>
            </a:lvl7pPr>
            <a:lvl8pPr>
              <a:defRPr sz="2250" b="0">
                <a:solidFill>
                  <a:srgbClr val="102A33"/>
                </a:solidFill>
              </a:defRPr>
            </a:lvl8pPr>
            <a:lvl9pPr>
              <a:defRPr sz="2250" b="0">
                <a:solidFill>
                  <a:srgbClr val="102A33"/>
                </a:solidFill>
              </a:defRPr>
            </a:lvl9pPr>
          </a:lstStyle>
          <a:p xmlns:a="http://schemas.openxmlformats.org/drawingml/2006/main">
            <a:pPr>
              <a:defRPr sz="2250" b="0">
                <a:solidFill>
                  <a:srgbClr val="102A33"/>
                </a:solidFill>
              </a:defRPr>
            </a:pPr>
            <a:r>
              <a:rPr sz="2250" b="0">
                <a:solidFill>
                  <a:srgbClr val="102A33"/>
                </a:solidFill>
              </a:rPr>
              <a:t>Faster-Whisper recognition</a:t>
            </a:r>
          </a:p>
          <a:p xmlns:a="http://schemas.openxmlformats.org/drawingml/2006/main">
            <a:pPr>
              <a:defRPr sz="2250" b="0">
                <a:solidFill>
                  <a:srgbClr val="102A33"/>
                </a:solidFill>
              </a:defRPr>
            </a:pPr>
            <a:r>
              <a:rPr sz="2250" b="0">
                <a:solidFill>
                  <a:srgbClr val="102A33"/>
                </a:solidFill>
              </a:rPr>
              <a:t>Ollama planning and conversation</a:t>
            </a:r>
          </a:p>
          <a:p xmlns:a="http://schemas.openxmlformats.org/drawingml/2006/main">
            <a:pPr>
              <a:defRPr sz="2250" b="0">
                <a:solidFill>
                  <a:srgbClr val="102A33"/>
                </a:solidFill>
              </a:defRPr>
            </a:pPr>
            <a:r>
              <a:rPr sz="2250" b="0">
                <a:solidFill>
                  <a:srgbClr val="102A33"/>
                </a:solidFill>
              </a:rPr>
              <a:t>Browser / OS speech output</a:t>
            </a:r>
          </a:p>
        </p:txBody>
      </p:sp>
      <p:sp>
        <p:nvSpPr>
          <p:cNvPr id="7" name="No hosted-provider key is required for&#10;the co">
            <a:extLst xmlns:a="http://schemas.openxmlformats.org/drawingml/2006/main">
              <a:ext uri="{FF2B5EF4-FFF2-40B4-BE49-F238E27FC236}">
                <a16:creationId xmlns:a16="http://schemas.microsoft.com/office/drawing/2014/main" id="{FB8BFD12-4FAB-4D2A-A4ED-2C64BBF4EBAA}"/>
              </a:ext>
            </a:extLst>
          </p:cNvPr>
          <p:cNvSpPr>
            <a:spLocks xmlns:a="http://schemas.openxmlformats.org/drawingml/2006/main" noGrp="1"/>
          </p:cNvSpPr>
          <p:nvPr/>
        </p:nvSpPr>
        <p:spPr>
          <a:xfrm xmlns:a="http://schemas.openxmlformats.org/drawingml/2006/main">
            <a:off x="685800" y="4657725"/>
            <a:ext cx="5143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No hosted-provider key is required for</a:t>
            </a:r>
          </a:p>
          <a:p xmlns:a="http://schemas.openxmlformats.org/drawingml/2006/main">
            <a:pPr>
              <a:defRPr sz="1875" b="0">
                <a:solidFill>
                  <a:srgbClr val="52676D"/>
                </a:solidFill>
              </a:defRPr>
            </a:pPr>
            <a:r>
              <a:rPr sz="1875" b="0">
                <a:solidFill>
                  <a:srgbClr val="52676D"/>
                </a:solidFill>
              </a:rPr>
              <a:t>the configured local profile. Models and</a:t>
            </a:r>
          </a:p>
          <a:p xmlns:a="http://schemas.openxmlformats.org/drawingml/2006/main">
            <a:pPr>
              <a:defRPr sz="1875" b="0">
                <a:solidFill>
                  <a:srgbClr val="52676D"/>
                </a:solidFill>
              </a:defRPr>
            </a:pPr>
            <a:r>
              <a:rPr sz="1875" b="0">
                <a:solidFill>
                  <a:srgbClr val="52676D"/>
                </a:solidFill>
              </a:rPr>
              <a:t>runtimes need first-time installation.</a:t>
            </a:r>
          </a:p>
        </p:txBody>
      </p:sp>
      <p:sp>
        <p:nvSpPr>
          <p:cNvPr id="8" name="Optional hosted profile">
            <a:extLst xmlns:a="http://schemas.openxmlformats.org/drawingml/2006/main">
              <a:ext uri="{FF2B5EF4-FFF2-40B4-BE49-F238E27FC236}">
                <a16:creationId xmlns:a16="http://schemas.microsoft.com/office/drawing/2014/main" id="{03316EB0-D060-4F1B-93FB-38E5ABD677CA}"/>
              </a:ext>
            </a:extLst>
          </p:cNvPr>
          <p:cNvSpPr>
            <a:spLocks xmlns:a="http://schemas.openxmlformats.org/drawingml/2006/main" noGrp="1"/>
          </p:cNvSpPr>
          <p:nvPr/>
        </p:nvSpPr>
        <p:spPr>
          <a:xfrm xmlns:a="http://schemas.openxmlformats.org/drawingml/2006/main">
            <a:off x="6762750" y="1990725"/>
            <a:ext cx="4743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07F8B"/>
                </a:solidFill>
              </a:defRPr>
            </a:defPPr>
            <a:lvl1pPr>
              <a:defRPr sz="2550" b="1">
                <a:solidFill>
                  <a:srgbClr val="007F8B"/>
                </a:solidFill>
              </a:defRPr>
            </a:lvl1pPr>
            <a:lvl2pPr>
              <a:defRPr sz="2550" b="1">
                <a:solidFill>
                  <a:srgbClr val="007F8B"/>
                </a:solidFill>
              </a:defRPr>
            </a:lvl2pPr>
            <a:lvl3pPr>
              <a:defRPr sz="2550" b="1">
                <a:solidFill>
                  <a:srgbClr val="007F8B"/>
                </a:solidFill>
              </a:defRPr>
            </a:lvl3pPr>
            <a:lvl4pPr>
              <a:defRPr sz="2550" b="1">
                <a:solidFill>
                  <a:srgbClr val="007F8B"/>
                </a:solidFill>
              </a:defRPr>
            </a:lvl4pPr>
            <a:lvl5pPr>
              <a:defRPr sz="2550" b="1">
                <a:solidFill>
                  <a:srgbClr val="007F8B"/>
                </a:solidFill>
              </a:defRPr>
            </a:lvl5pPr>
            <a:lvl6pPr>
              <a:defRPr sz="2550" b="1">
                <a:solidFill>
                  <a:srgbClr val="007F8B"/>
                </a:solidFill>
              </a:defRPr>
            </a:lvl6pPr>
            <a:lvl7pPr>
              <a:defRPr sz="2550" b="1">
                <a:solidFill>
                  <a:srgbClr val="007F8B"/>
                </a:solidFill>
              </a:defRPr>
            </a:lvl7pPr>
            <a:lvl8pPr>
              <a:defRPr sz="2550" b="1">
                <a:solidFill>
                  <a:srgbClr val="007F8B"/>
                </a:solidFill>
              </a:defRPr>
            </a:lvl8pPr>
            <a:lvl9pPr>
              <a:defRPr sz="2550" b="1">
                <a:solidFill>
                  <a:srgbClr val="007F8B"/>
                </a:solidFill>
              </a:defRPr>
            </a:lvl9pPr>
          </a:lstStyle>
          <a:p xmlns:a="http://schemas.openxmlformats.org/drawingml/2006/main">
            <a:pPr>
              <a:defRPr sz="2550" b="1">
                <a:solidFill>
                  <a:srgbClr val="007F8B"/>
                </a:solidFill>
              </a:defRPr>
            </a:pPr>
            <a:r>
              <a:rPr sz="2550" b="1">
                <a:solidFill>
                  <a:srgbClr val="007F8B"/>
                </a:solidFill>
              </a:rPr>
              <a:t>Optional hosted profile</a:t>
            </a:r>
          </a:p>
        </p:txBody>
      </p:sp>
      <p:sp>
        <p:nvSpPr>
          <p:cNvPr id="9" name="Sarvam / Fish / ElevenLabs speech&#10;Sarvam or N">
            <a:extLst xmlns:a="http://schemas.openxmlformats.org/drawingml/2006/main">
              <a:ext uri="{FF2B5EF4-FFF2-40B4-BE49-F238E27FC236}">
                <a16:creationId xmlns:a16="http://schemas.microsoft.com/office/drawing/2014/main" id="{2B35AADC-EE5D-41B3-A6F5-5F23E601B7BA}"/>
              </a:ext>
            </a:extLst>
          </p:cNvPr>
          <p:cNvSpPr>
            <a:spLocks xmlns:a="http://schemas.openxmlformats.org/drawingml/2006/main" noGrp="1"/>
          </p:cNvSpPr>
          <p:nvPr/>
        </p:nvSpPr>
        <p:spPr>
          <a:xfrm xmlns:a="http://schemas.openxmlformats.org/drawingml/2006/main">
            <a:off x="6762750" y="2771775"/>
            <a:ext cx="47434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A33"/>
                </a:solidFill>
              </a:defRPr>
            </a:defPPr>
            <a:lvl1pPr>
              <a:defRPr sz="2175" b="0">
                <a:solidFill>
                  <a:srgbClr val="102A33"/>
                </a:solidFill>
              </a:defRPr>
            </a:lvl1pPr>
            <a:lvl2pPr>
              <a:defRPr sz="2175" b="0">
                <a:solidFill>
                  <a:srgbClr val="102A33"/>
                </a:solidFill>
              </a:defRPr>
            </a:lvl2pPr>
            <a:lvl3pPr>
              <a:defRPr sz="2175" b="0">
                <a:solidFill>
                  <a:srgbClr val="102A33"/>
                </a:solidFill>
              </a:defRPr>
            </a:lvl3pPr>
            <a:lvl4pPr>
              <a:defRPr sz="2175" b="0">
                <a:solidFill>
                  <a:srgbClr val="102A33"/>
                </a:solidFill>
              </a:defRPr>
            </a:lvl4pPr>
            <a:lvl5pPr>
              <a:defRPr sz="2175" b="0">
                <a:solidFill>
                  <a:srgbClr val="102A33"/>
                </a:solidFill>
              </a:defRPr>
            </a:lvl5pPr>
            <a:lvl6pPr>
              <a:defRPr sz="2175" b="0">
                <a:solidFill>
                  <a:srgbClr val="102A33"/>
                </a:solidFill>
              </a:defRPr>
            </a:lvl6pPr>
            <a:lvl7pPr>
              <a:defRPr sz="2175" b="0">
                <a:solidFill>
                  <a:srgbClr val="102A33"/>
                </a:solidFill>
              </a:defRPr>
            </a:lvl7pPr>
            <a:lvl8pPr>
              <a:defRPr sz="2175" b="0">
                <a:solidFill>
                  <a:srgbClr val="102A33"/>
                </a:solidFill>
              </a:defRPr>
            </a:lvl8pPr>
            <a:lvl9pPr>
              <a:defRPr sz="2175" b="0">
                <a:solidFill>
                  <a:srgbClr val="102A33"/>
                </a:solidFill>
              </a:defRPr>
            </a:lvl9pPr>
          </a:lstStyle>
          <a:p xmlns:a="http://schemas.openxmlformats.org/drawingml/2006/main">
            <a:pPr>
              <a:defRPr sz="2175" b="0">
                <a:solidFill>
                  <a:srgbClr val="102A33"/>
                </a:solidFill>
              </a:defRPr>
            </a:pPr>
            <a:r>
              <a:rPr sz="2175" b="0">
                <a:solidFill>
                  <a:srgbClr val="102A33"/>
                </a:solidFill>
              </a:rPr>
              <a:t>Sarvam / Fish / ElevenLabs speech</a:t>
            </a:r>
          </a:p>
          <a:p xmlns:a="http://schemas.openxmlformats.org/drawingml/2006/main">
            <a:pPr>
              <a:defRPr sz="2175" b="0">
                <a:solidFill>
                  <a:srgbClr val="102A33"/>
                </a:solidFill>
              </a:defRPr>
            </a:pPr>
            <a:r>
              <a:rPr sz="2175" b="0">
                <a:solidFill>
                  <a:srgbClr val="102A33"/>
                </a:solidFill>
              </a:rPr>
              <a:t>Sarvam or NVIDIA LLM calls</a:t>
            </a:r>
          </a:p>
          <a:p xmlns:a="http://schemas.openxmlformats.org/drawingml/2006/main">
            <a:pPr>
              <a:defRPr sz="2175" b="0">
                <a:solidFill>
                  <a:srgbClr val="102A33"/>
                </a:solidFill>
              </a:defRPr>
            </a:pPr>
            <a:r>
              <a:rPr sz="2175" b="0">
                <a:solidFill>
                  <a:srgbClr val="102A33"/>
                </a:solidFill>
              </a:rPr>
              <a:t>Independent planner and reply selection</a:t>
            </a:r>
          </a:p>
        </p:txBody>
      </p:sp>
      <p:sp>
        <p:nvSpPr>
          <p:cNvPr id="10" name="Users supply their own credentials.&#10;Provider ">
            <a:extLst xmlns:a="http://schemas.openxmlformats.org/drawingml/2006/main">
              <a:ext uri="{FF2B5EF4-FFF2-40B4-BE49-F238E27FC236}">
                <a16:creationId xmlns:a16="http://schemas.microsoft.com/office/drawing/2014/main" id="{4B37775C-7B5E-4792-AF96-BFCD059CA83D}"/>
              </a:ext>
            </a:extLst>
          </p:cNvPr>
          <p:cNvSpPr>
            <a:spLocks xmlns:a="http://schemas.openxmlformats.org/drawingml/2006/main" noGrp="1"/>
          </p:cNvSpPr>
          <p:nvPr/>
        </p:nvSpPr>
        <p:spPr>
          <a:xfrm xmlns:a="http://schemas.openxmlformats.org/drawingml/2006/main">
            <a:off x="6762750" y="4657725"/>
            <a:ext cx="47434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Users supply their own credentials.</a:t>
            </a:r>
          </a:p>
          <a:p xmlns:a="http://schemas.openxmlformats.org/drawingml/2006/main">
            <a:pPr>
              <a:defRPr sz="1875" b="0">
                <a:solidFill>
                  <a:srgbClr val="52676D"/>
                </a:solidFill>
              </a:defRPr>
            </a:pPr>
            <a:r>
              <a:rPr sz="1875" b="0">
                <a:solidFill>
                  <a:srgbClr val="52676D"/>
                </a:solidFill>
              </a:rPr>
              <a:t>Provider availability and network latency</a:t>
            </a:r>
          </a:p>
          <a:p xmlns:a="http://schemas.openxmlformats.org/drawingml/2006/main">
            <a:pPr>
              <a:defRPr sz="1875" b="0">
                <a:solidFill>
                  <a:srgbClr val="52676D"/>
                </a:solidFill>
              </a:defRPr>
            </a:pPr>
            <a:r>
              <a:rPr sz="1875" b="0">
                <a:solidFill>
                  <a:srgbClr val="52676D"/>
                </a:solidFill>
              </a:rPr>
              <a:t>remain part of the operating conditions.</a:t>
            </a:r>
          </a:p>
        </p:txBody>
      </p:sp>
    </p:spTree>
    <p:extLst>
      <p:ext uri="{BB962C8B-B14F-4D97-AF65-F5344CB8AC3E}">
        <p14:creationId xmlns:p14="http://schemas.microsoft.com/office/powerpoint/2010/main" val="89067552"/>
      </p:ext>
    </p:extLst>
  </p:cSld>
</p:sld>
</file>

<file path=ppt/slides/slide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 name="What makes Vanessa distinctive">
            <a:extLst xmlns:a="http://schemas.openxmlformats.org/drawingml/2006/main">
              <a:ext uri="{FF2B5EF4-FFF2-40B4-BE49-F238E27FC236}">
                <a16:creationId xmlns:a16="http://schemas.microsoft.com/office/drawing/2014/main" id="{43D45E15-A819-499D-A848-576FCBBE62D8}"/>
              </a:ext>
            </a:extLst>
          </p:cNvPr>
          <p:cNvSpPr>
            <a:spLocks xmlns:a="http://schemas.openxmlformats.org/drawingml/2006/main" noGrp="1"/>
          </p:cNvSpPr>
          <p:nvPr/>
        </p:nvSpPr>
        <p:spPr>
          <a:xfrm xmlns:a="http://schemas.openxmlformats.org/drawingml/2006/main">
            <a:off x="685800" y="5524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A33"/>
                </a:solidFill>
              </a:defRPr>
            </a:defPPr>
            <a:lvl1pPr>
              <a:defRPr sz="3300" b="1">
                <a:solidFill>
                  <a:srgbClr val="102A33"/>
                </a:solidFill>
              </a:defRPr>
            </a:lvl1pPr>
            <a:lvl2pPr>
              <a:defRPr sz="3300" b="1">
                <a:solidFill>
                  <a:srgbClr val="102A33"/>
                </a:solidFill>
              </a:defRPr>
            </a:lvl2pPr>
            <a:lvl3pPr>
              <a:defRPr sz="3300" b="1">
                <a:solidFill>
                  <a:srgbClr val="102A33"/>
                </a:solidFill>
              </a:defRPr>
            </a:lvl3pPr>
            <a:lvl4pPr>
              <a:defRPr sz="3300" b="1">
                <a:solidFill>
                  <a:srgbClr val="102A33"/>
                </a:solidFill>
              </a:defRPr>
            </a:lvl4pPr>
            <a:lvl5pPr>
              <a:defRPr sz="3300" b="1">
                <a:solidFill>
                  <a:srgbClr val="102A33"/>
                </a:solidFill>
              </a:defRPr>
            </a:lvl5pPr>
            <a:lvl6pPr>
              <a:defRPr sz="3300" b="1">
                <a:solidFill>
                  <a:srgbClr val="102A33"/>
                </a:solidFill>
              </a:defRPr>
            </a:lvl6pPr>
            <a:lvl7pPr>
              <a:defRPr sz="3300" b="1">
                <a:solidFill>
                  <a:srgbClr val="102A33"/>
                </a:solidFill>
              </a:defRPr>
            </a:lvl7pPr>
            <a:lvl8pPr>
              <a:defRPr sz="3300" b="1">
                <a:solidFill>
                  <a:srgbClr val="102A33"/>
                </a:solidFill>
              </a:defRPr>
            </a:lvl8pPr>
            <a:lvl9pPr>
              <a:defRPr sz="3300" b="1">
                <a:solidFill>
                  <a:srgbClr val="102A33"/>
                </a:solidFill>
              </a:defRPr>
            </a:lvl9pPr>
          </a:lstStyle>
          <a:p xmlns:a="http://schemas.openxmlformats.org/drawingml/2006/main">
            <a:pPr>
              <a:defRPr sz="3300" b="1">
                <a:solidFill>
                  <a:srgbClr val="102A33"/>
                </a:solidFill>
              </a:defRPr>
            </a:pPr>
            <a:r>
              <a:rPr sz="3300" b="1">
                <a:solidFill>
                  <a:srgbClr val="102A33"/>
                </a:solidFill>
              </a:rPr>
              <a:t>What makes Vanessa distinctive</a:t>
            </a:r>
          </a:p>
        </p:txBody>
      </p:sp>
      <p:sp>
        <p:nvSpPr>
          <p:cNvPr id="3" name="VANESSA">
            <a:extLst xmlns:a="http://schemas.openxmlformats.org/drawingml/2006/main">
              <a:ext uri="{FF2B5EF4-FFF2-40B4-BE49-F238E27FC236}">
                <a16:creationId xmlns:a16="http://schemas.microsoft.com/office/drawing/2014/main" id="{A399B628-22DA-4DA0-89E1-67314CF7B234}"/>
              </a:ext>
            </a:extLst>
          </p:cNvPr>
          <p:cNvSpPr>
            <a:spLocks xmlns:a="http://schemas.openxmlformats.org/drawingml/2006/main" noGrp="1"/>
          </p:cNvSpPr>
          <p:nvPr/>
        </p:nvSpPr>
        <p:spPr>
          <a:xfrm xmlns:a="http://schemas.openxmlformats.org/drawingml/2006/main">
            <a:off x="685800" y="641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2676D"/>
                </a:solidFill>
              </a:defRPr>
            </a:defPPr>
            <a:lvl1pPr>
              <a:defRPr sz="1125" b="1">
                <a:solidFill>
                  <a:srgbClr val="52676D"/>
                </a:solidFill>
              </a:defRPr>
            </a:lvl1pPr>
            <a:lvl2pPr>
              <a:defRPr sz="1125" b="1">
                <a:solidFill>
                  <a:srgbClr val="52676D"/>
                </a:solidFill>
              </a:defRPr>
            </a:lvl2pPr>
            <a:lvl3pPr>
              <a:defRPr sz="1125" b="1">
                <a:solidFill>
                  <a:srgbClr val="52676D"/>
                </a:solidFill>
              </a:defRPr>
            </a:lvl3pPr>
            <a:lvl4pPr>
              <a:defRPr sz="1125" b="1">
                <a:solidFill>
                  <a:srgbClr val="52676D"/>
                </a:solidFill>
              </a:defRPr>
            </a:lvl4pPr>
            <a:lvl5pPr>
              <a:defRPr sz="1125" b="1">
                <a:solidFill>
                  <a:srgbClr val="52676D"/>
                </a:solidFill>
              </a:defRPr>
            </a:lvl5pPr>
            <a:lvl6pPr>
              <a:defRPr sz="1125" b="1">
                <a:solidFill>
                  <a:srgbClr val="52676D"/>
                </a:solidFill>
              </a:defRPr>
            </a:lvl6pPr>
            <a:lvl7pPr>
              <a:defRPr sz="1125" b="1">
                <a:solidFill>
                  <a:srgbClr val="52676D"/>
                </a:solidFill>
              </a:defRPr>
            </a:lvl7pPr>
            <a:lvl8pPr>
              <a:defRPr sz="1125" b="1">
                <a:solidFill>
                  <a:srgbClr val="52676D"/>
                </a:solidFill>
              </a:defRPr>
            </a:lvl8pPr>
            <a:lvl9pPr>
              <a:defRPr sz="1125" b="1">
                <a:solidFill>
                  <a:srgbClr val="52676D"/>
                </a:solidFill>
              </a:defRPr>
            </a:lvl9pPr>
          </a:lstStyle>
          <a:p xmlns:a="http://schemas.openxmlformats.org/drawingml/2006/main">
            <a:pPr>
              <a:defRPr sz="1125" b="1">
                <a:solidFill>
                  <a:srgbClr val="52676D"/>
                </a:solidFill>
              </a:defRPr>
            </a:pPr>
            <a:r>
              <a:rPr sz="1125" b="1">
                <a:solidFill>
                  <a:srgbClr val="52676D"/>
                </a:solidFill>
              </a:rPr>
              <a:t>VANESSA</a:t>
            </a:r>
          </a:p>
        </p:txBody>
      </p:sp>
      <p:sp>
        <p:nvSpPr>
          <p:cNvPr id="4" name="08 / 11">
            <a:extLst xmlns:a="http://schemas.openxmlformats.org/drawingml/2006/main">
              <a:ext uri="{FF2B5EF4-FFF2-40B4-BE49-F238E27FC236}">
                <a16:creationId xmlns:a16="http://schemas.microsoft.com/office/drawing/2014/main" id="{5DB2761D-6A26-4FD9-BEFE-BEDCC3E68AB0}"/>
              </a:ext>
            </a:extLst>
          </p:cNvPr>
          <p:cNvSpPr>
            <a:spLocks xmlns:a="http://schemas.openxmlformats.org/drawingml/2006/main" noGrp="1"/>
          </p:cNvSpPr>
          <p:nvPr/>
        </p:nvSpPr>
        <p:spPr>
          <a:xfrm xmlns:a="http://schemas.openxmlformats.org/drawingml/2006/main">
            <a:off x="10648950" y="64198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6D"/>
                </a:solidFill>
              </a:defRPr>
            </a:defPPr>
            <a:lvl1pPr>
              <a:defRPr sz="1125" b="0">
                <a:solidFill>
                  <a:srgbClr val="52676D"/>
                </a:solidFill>
              </a:defRPr>
            </a:lvl1pPr>
            <a:lvl2pPr>
              <a:defRPr sz="1125" b="0">
                <a:solidFill>
                  <a:srgbClr val="52676D"/>
                </a:solidFill>
              </a:defRPr>
            </a:lvl2pPr>
            <a:lvl3pPr>
              <a:defRPr sz="1125" b="0">
                <a:solidFill>
                  <a:srgbClr val="52676D"/>
                </a:solidFill>
              </a:defRPr>
            </a:lvl3pPr>
            <a:lvl4pPr>
              <a:defRPr sz="1125" b="0">
                <a:solidFill>
                  <a:srgbClr val="52676D"/>
                </a:solidFill>
              </a:defRPr>
            </a:lvl4pPr>
            <a:lvl5pPr>
              <a:defRPr sz="1125" b="0">
                <a:solidFill>
                  <a:srgbClr val="52676D"/>
                </a:solidFill>
              </a:defRPr>
            </a:lvl5pPr>
            <a:lvl6pPr>
              <a:defRPr sz="1125" b="0">
                <a:solidFill>
                  <a:srgbClr val="52676D"/>
                </a:solidFill>
              </a:defRPr>
            </a:lvl6pPr>
            <a:lvl7pPr>
              <a:defRPr sz="1125" b="0">
                <a:solidFill>
                  <a:srgbClr val="52676D"/>
                </a:solidFill>
              </a:defRPr>
            </a:lvl7pPr>
            <a:lvl8pPr>
              <a:defRPr sz="1125" b="0">
                <a:solidFill>
                  <a:srgbClr val="52676D"/>
                </a:solidFill>
              </a:defRPr>
            </a:lvl8pPr>
            <a:lvl9pPr>
              <a:defRPr sz="1125" b="0">
                <a:solidFill>
                  <a:srgbClr val="52676D"/>
                </a:solidFill>
              </a:defRPr>
            </a:lvl9pPr>
          </a:lstStyle>
          <a:p xmlns:a="http://schemas.openxmlformats.org/drawingml/2006/main">
            <a:pPr>
              <a:defRPr sz="1125" b="0">
                <a:solidFill>
                  <a:srgbClr val="52676D"/>
                </a:solidFill>
              </a:defRPr>
            </a:pPr>
            <a:r>
              <a:rPr sz="1125" b="0">
                <a:solidFill>
                  <a:srgbClr val="52676D"/>
                </a:solidFill>
              </a:rPr>
              <a:t>08 / 11</a:t>
            </a:r>
          </a:p>
        </p:txBody>
      </p:sp>
      <p:sp>
        <p:nvSpPr>
          <p:cNvPr id="5" name="01">
            <a:extLst xmlns:a="http://schemas.openxmlformats.org/drawingml/2006/main">
              <a:ext uri="{FF2B5EF4-FFF2-40B4-BE49-F238E27FC236}">
                <a16:creationId xmlns:a16="http://schemas.microsoft.com/office/drawing/2014/main" id="{B927F234-D196-4D47-9890-164010637043}"/>
              </a:ext>
            </a:extLst>
          </p:cNvPr>
          <p:cNvSpPr>
            <a:spLocks xmlns:a="http://schemas.openxmlformats.org/drawingml/2006/main" noGrp="1"/>
          </p:cNvSpPr>
          <p:nvPr/>
        </p:nvSpPr>
        <p:spPr>
          <a:xfrm xmlns:a="http://schemas.openxmlformats.org/drawingml/2006/main">
            <a:off x="685800" y="1905000"/>
            <a:ext cx="723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07F8B"/>
                </a:solidFill>
              </a:defRPr>
            </a:defPPr>
            <a:lvl1pPr>
              <a:defRPr sz="2550" b="1">
                <a:solidFill>
                  <a:srgbClr val="007F8B"/>
                </a:solidFill>
              </a:defRPr>
            </a:lvl1pPr>
            <a:lvl2pPr>
              <a:defRPr sz="2550" b="1">
                <a:solidFill>
                  <a:srgbClr val="007F8B"/>
                </a:solidFill>
              </a:defRPr>
            </a:lvl2pPr>
            <a:lvl3pPr>
              <a:defRPr sz="2550" b="1">
                <a:solidFill>
                  <a:srgbClr val="007F8B"/>
                </a:solidFill>
              </a:defRPr>
            </a:lvl3pPr>
            <a:lvl4pPr>
              <a:defRPr sz="2550" b="1">
                <a:solidFill>
                  <a:srgbClr val="007F8B"/>
                </a:solidFill>
              </a:defRPr>
            </a:lvl4pPr>
            <a:lvl5pPr>
              <a:defRPr sz="2550" b="1">
                <a:solidFill>
                  <a:srgbClr val="007F8B"/>
                </a:solidFill>
              </a:defRPr>
            </a:lvl5pPr>
            <a:lvl6pPr>
              <a:defRPr sz="2550" b="1">
                <a:solidFill>
                  <a:srgbClr val="007F8B"/>
                </a:solidFill>
              </a:defRPr>
            </a:lvl6pPr>
            <a:lvl7pPr>
              <a:defRPr sz="2550" b="1">
                <a:solidFill>
                  <a:srgbClr val="007F8B"/>
                </a:solidFill>
              </a:defRPr>
            </a:lvl7pPr>
            <a:lvl8pPr>
              <a:defRPr sz="2550" b="1">
                <a:solidFill>
                  <a:srgbClr val="007F8B"/>
                </a:solidFill>
              </a:defRPr>
            </a:lvl8pPr>
            <a:lvl9pPr>
              <a:defRPr sz="2550" b="1">
                <a:solidFill>
                  <a:srgbClr val="007F8B"/>
                </a:solidFill>
              </a:defRPr>
            </a:lvl9pPr>
          </a:lstStyle>
          <a:p xmlns:a="http://schemas.openxmlformats.org/drawingml/2006/main">
            <a:pPr>
              <a:defRPr sz="2550" b="1">
                <a:solidFill>
                  <a:srgbClr val="007F8B"/>
                </a:solidFill>
              </a:defRPr>
            </a:pPr>
            <a:r>
              <a:rPr sz="2550" b="1">
                <a:solidFill>
                  <a:srgbClr val="007F8B"/>
                </a:solidFill>
              </a:rPr>
              <a:t>01</a:t>
            </a:r>
          </a:p>
        </p:txBody>
      </p:sp>
      <p:sp>
        <p:nvSpPr>
          <p:cNvPr id="6" name="Voice across local tools">
            <a:extLst xmlns:a="http://schemas.openxmlformats.org/drawingml/2006/main">
              <a:ext uri="{FF2B5EF4-FFF2-40B4-BE49-F238E27FC236}">
                <a16:creationId xmlns:a16="http://schemas.microsoft.com/office/drawing/2014/main" id="{8B26255F-AE8F-4F18-B05B-B5D818040902}"/>
              </a:ext>
            </a:extLst>
          </p:cNvPr>
          <p:cNvSpPr>
            <a:spLocks xmlns:a="http://schemas.openxmlformats.org/drawingml/2006/main" noGrp="1"/>
          </p:cNvSpPr>
          <p:nvPr/>
        </p:nvSpPr>
        <p:spPr>
          <a:xfrm xmlns:a="http://schemas.openxmlformats.org/drawingml/2006/main">
            <a:off x="1657350" y="1905000"/>
            <a:ext cx="451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02A33"/>
                </a:solidFill>
              </a:defRPr>
            </a:defPPr>
            <a:lvl1pPr>
              <a:defRPr sz="2175" b="1">
                <a:solidFill>
                  <a:srgbClr val="102A33"/>
                </a:solidFill>
              </a:defRPr>
            </a:lvl1pPr>
            <a:lvl2pPr>
              <a:defRPr sz="2175" b="1">
                <a:solidFill>
                  <a:srgbClr val="102A33"/>
                </a:solidFill>
              </a:defRPr>
            </a:lvl2pPr>
            <a:lvl3pPr>
              <a:defRPr sz="2175" b="1">
                <a:solidFill>
                  <a:srgbClr val="102A33"/>
                </a:solidFill>
              </a:defRPr>
            </a:lvl3pPr>
            <a:lvl4pPr>
              <a:defRPr sz="2175" b="1">
                <a:solidFill>
                  <a:srgbClr val="102A33"/>
                </a:solidFill>
              </a:defRPr>
            </a:lvl4pPr>
            <a:lvl5pPr>
              <a:defRPr sz="2175" b="1">
                <a:solidFill>
                  <a:srgbClr val="102A33"/>
                </a:solidFill>
              </a:defRPr>
            </a:lvl5pPr>
            <a:lvl6pPr>
              <a:defRPr sz="2175" b="1">
                <a:solidFill>
                  <a:srgbClr val="102A33"/>
                </a:solidFill>
              </a:defRPr>
            </a:lvl6pPr>
            <a:lvl7pPr>
              <a:defRPr sz="2175" b="1">
                <a:solidFill>
                  <a:srgbClr val="102A33"/>
                </a:solidFill>
              </a:defRPr>
            </a:lvl7pPr>
            <a:lvl8pPr>
              <a:defRPr sz="2175" b="1">
                <a:solidFill>
                  <a:srgbClr val="102A33"/>
                </a:solidFill>
              </a:defRPr>
            </a:lvl8pPr>
            <a:lvl9pPr>
              <a:defRPr sz="2175" b="1">
                <a:solidFill>
                  <a:srgbClr val="102A33"/>
                </a:solidFill>
              </a:defRPr>
            </a:lvl9pPr>
          </a:lstStyle>
          <a:p xmlns:a="http://schemas.openxmlformats.org/drawingml/2006/main">
            <a:pPr>
              <a:defRPr sz="2175" b="1">
                <a:solidFill>
                  <a:srgbClr val="102A33"/>
                </a:solidFill>
              </a:defRPr>
            </a:pPr>
            <a:r>
              <a:rPr sz="2175" b="1">
                <a:solidFill>
                  <a:srgbClr val="102A33"/>
                </a:solidFill>
              </a:rPr>
              <a:t>Voice across local tools</a:t>
            </a:r>
          </a:p>
        </p:txBody>
      </p:sp>
      <p:sp>
        <p:nvSpPr>
          <p:cNvPr id="7" name="A single desktop entry point covers supported">
            <a:extLst xmlns:a="http://schemas.openxmlformats.org/drawingml/2006/main">
              <a:ext uri="{FF2B5EF4-FFF2-40B4-BE49-F238E27FC236}">
                <a16:creationId xmlns:a16="http://schemas.microsoft.com/office/drawing/2014/main" id="{DC6AE434-BACE-482C-9BFF-34EE5B77CA01}"/>
              </a:ext>
            </a:extLst>
          </p:cNvPr>
          <p:cNvSpPr>
            <a:spLocks xmlns:a="http://schemas.openxmlformats.org/drawingml/2006/main" noGrp="1"/>
          </p:cNvSpPr>
          <p:nvPr/>
        </p:nvSpPr>
        <p:spPr>
          <a:xfrm xmlns:a="http://schemas.openxmlformats.org/drawingml/2006/main">
            <a:off x="6667500" y="1905000"/>
            <a:ext cx="4838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A single desktop entry point covers supported</a:t>
            </a:r>
          </a:p>
          <a:p xmlns:a="http://schemas.openxmlformats.org/drawingml/2006/main">
            <a:pPr>
              <a:defRPr sz="1875" b="0">
                <a:solidFill>
                  <a:srgbClr val="52676D"/>
                </a:solidFill>
              </a:defRPr>
            </a:pPr>
            <a:r>
              <a:rPr sz="1875" b="0">
                <a:solidFill>
                  <a:srgbClr val="52676D"/>
                </a:solidFill>
              </a:rPr>
              <a:t>Windows, project and file workflows.</a:t>
            </a:r>
          </a:p>
        </p:txBody>
      </p:sp>
      <p:sp>
        <p:nvSpPr>
          <p:cNvPr id="8" name="">
            <a:extLst xmlns:a="http://schemas.openxmlformats.org/drawingml/2006/main">
              <a:ext uri="{FF2B5EF4-FFF2-40B4-BE49-F238E27FC236}">
                <a16:creationId xmlns:a16="http://schemas.microsoft.com/office/drawing/2014/main" id="{FC599DC0-F583-4116-932E-54E65D4558A7}"/>
              </a:ext>
            </a:extLst>
          </p:cNvPr>
          <p:cNvSpPr>
            <a:spLocks xmlns:a="http://schemas.openxmlformats.org/drawingml/2006/main" noGrp="1"/>
          </p:cNvSpPr>
          <p:nvPr/>
        </p:nvSpPr>
        <p:spPr>
          <a:xfrm xmlns:a="http://schemas.openxmlformats.org/drawingml/2006/main">
            <a:off x="1657350" y="2771775"/>
            <a:ext cx="9848850" cy="0"/>
          </a:xfrm>
          <a:prstGeom xmlns:a="http://schemas.openxmlformats.org/drawingml/2006/main" prst="line">
            <a:avLst/>
          </a:prstGeom>
          <a:noFill xmlns:a="http://schemas.openxmlformats.org/drawingml/2006/main"/>
          <a:ln xmlns:a="http://schemas.openxmlformats.org/drawingml/2006/main" w="9525">
            <a:solidFill>
              <a:srgbClr val="CCD6D4"/>
            </a:solidFill>
          </a:ln>
        </p:spPr>
      </p:sp>
      <p:sp>
        <p:nvSpPr>
          <p:cNvPr id="9" name="02">
            <a:extLst xmlns:a="http://schemas.openxmlformats.org/drawingml/2006/main">
              <a:ext uri="{FF2B5EF4-FFF2-40B4-BE49-F238E27FC236}">
                <a16:creationId xmlns:a16="http://schemas.microsoft.com/office/drawing/2014/main" id="{9BEAF875-2C68-402A-A15F-3316560C72F1}"/>
              </a:ext>
            </a:extLst>
          </p:cNvPr>
          <p:cNvSpPr>
            <a:spLocks xmlns:a="http://schemas.openxmlformats.org/drawingml/2006/main" noGrp="1"/>
          </p:cNvSpPr>
          <p:nvPr/>
        </p:nvSpPr>
        <p:spPr>
          <a:xfrm xmlns:a="http://schemas.openxmlformats.org/drawingml/2006/main">
            <a:off x="685800" y="2952750"/>
            <a:ext cx="723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07F8B"/>
                </a:solidFill>
              </a:defRPr>
            </a:defPPr>
            <a:lvl1pPr>
              <a:defRPr sz="2550" b="1">
                <a:solidFill>
                  <a:srgbClr val="007F8B"/>
                </a:solidFill>
              </a:defRPr>
            </a:lvl1pPr>
            <a:lvl2pPr>
              <a:defRPr sz="2550" b="1">
                <a:solidFill>
                  <a:srgbClr val="007F8B"/>
                </a:solidFill>
              </a:defRPr>
            </a:lvl2pPr>
            <a:lvl3pPr>
              <a:defRPr sz="2550" b="1">
                <a:solidFill>
                  <a:srgbClr val="007F8B"/>
                </a:solidFill>
              </a:defRPr>
            </a:lvl3pPr>
            <a:lvl4pPr>
              <a:defRPr sz="2550" b="1">
                <a:solidFill>
                  <a:srgbClr val="007F8B"/>
                </a:solidFill>
              </a:defRPr>
            </a:lvl4pPr>
            <a:lvl5pPr>
              <a:defRPr sz="2550" b="1">
                <a:solidFill>
                  <a:srgbClr val="007F8B"/>
                </a:solidFill>
              </a:defRPr>
            </a:lvl5pPr>
            <a:lvl6pPr>
              <a:defRPr sz="2550" b="1">
                <a:solidFill>
                  <a:srgbClr val="007F8B"/>
                </a:solidFill>
              </a:defRPr>
            </a:lvl6pPr>
            <a:lvl7pPr>
              <a:defRPr sz="2550" b="1">
                <a:solidFill>
                  <a:srgbClr val="007F8B"/>
                </a:solidFill>
              </a:defRPr>
            </a:lvl7pPr>
            <a:lvl8pPr>
              <a:defRPr sz="2550" b="1">
                <a:solidFill>
                  <a:srgbClr val="007F8B"/>
                </a:solidFill>
              </a:defRPr>
            </a:lvl8pPr>
            <a:lvl9pPr>
              <a:defRPr sz="2550" b="1">
                <a:solidFill>
                  <a:srgbClr val="007F8B"/>
                </a:solidFill>
              </a:defRPr>
            </a:lvl9pPr>
          </a:lstStyle>
          <a:p xmlns:a="http://schemas.openxmlformats.org/drawingml/2006/main">
            <a:pPr>
              <a:defRPr sz="2550" b="1">
                <a:solidFill>
                  <a:srgbClr val="007F8B"/>
                </a:solidFill>
              </a:defRPr>
            </a:pPr>
            <a:r>
              <a:rPr sz="2550" b="1">
                <a:solidFill>
                  <a:srgbClr val="007F8B"/>
                </a:solidFill>
              </a:rPr>
              <a:t>02</a:t>
            </a:r>
          </a:p>
        </p:txBody>
      </p:sp>
      <p:sp>
        <p:nvSpPr>
          <p:cNvPr id="10" name="Explicit execution boundaries">
            <a:extLst xmlns:a="http://schemas.openxmlformats.org/drawingml/2006/main">
              <a:ext uri="{FF2B5EF4-FFF2-40B4-BE49-F238E27FC236}">
                <a16:creationId xmlns:a16="http://schemas.microsoft.com/office/drawing/2014/main" id="{F2151EEE-7A57-499D-85B3-1B6DBEEA9470}"/>
              </a:ext>
            </a:extLst>
          </p:cNvPr>
          <p:cNvSpPr>
            <a:spLocks xmlns:a="http://schemas.openxmlformats.org/drawingml/2006/main" noGrp="1"/>
          </p:cNvSpPr>
          <p:nvPr/>
        </p:nvSpPr>
        <p:spPr>
          <a:xfrm xmlns:a="http://schemas.openxmlformats.org/drawingml/2006/main">
            <a:off x="1657350" y="2952750"/>
            <a:ext cx="451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02A33"/>
                </a:solidFill>
              </a:defRPr>
            </a:defPPr>
            <a:lvl1pPr>
              <a:defRPr sz="2175" b="1">
                <a:solidFill>
                  <a:srgbClr val="102A33"/>
                </a:solidFill>
              </a:defRPr>
            </a:lvl1pPr>
            <a:lvl2pPr>
              <a:defRPr sz="2175" b="1">
                <a:solidFill>
                  <a:srgbClr val="102A33"/>
                </a:solidFill>
              </a:defRPr>
            </a:lvl2pPr>
            <a:lvl3pPr>
              <a:defRPr sz="2175" b="1">
                <a:solidFill>
                  <a:srgbClr val="102A33"/>
                </a:solidFill>
              </a:defRPr>
            </a:lvl3pPr>
            <a:lvl4pPr>
              <a:defRPr sz="2175" b="1">
                <a:solidFill>
                  <a:srgbClr val="102A33"/>
                </a:solidFill>
              </a:defRPr>
            </a:lvl4pPr>
            <a:lvl5pPr>
              <a:defRPr sz="2175" b="1">
                <a:solidFill>
                  <a:srgbClr val="102A33"/>
                </a:solidFill>
              </a:defRPr>
            </a:lvl5pPr>
            <a:lvl6pPr>
              <a:defRPr sz="2175" b="1">
                <a:solidFill>
                  <a:srgbClr val="102A33"/>
                </a:solidFill>
              </a:defRPr>
            </a:lvl6pPr>
            <a:lvl7pPr>
              <a:defRPr sz="2175" b="1">
                <a:solidFill>
                  <a:srgbClr val="102A33"/>
                </a:solidFill>
              </a:defRPr>
            </a:lvl7pPr>
            <a:lvl8pPr>
              <a:defRPr sz="2175" b="1">
                <a:solidFill>
                  <a:srgbClr val="102A33"/>
                </a:solidFill>
              </a:defRPr>
            </a:lvl8pPr>
            <a:lvl9pPr>
              <a:defRPr sz="2175" b="1">
                <a:solidFill>
                  <a:srgbClr val="102A33"/>
                </a:solidFill>
              </a:defRPr>
            </a:lvl9pPr>
          </a:lstStyle>
          <a:p xmlns:a="http://schemas.openxmlformats.org/drawingml/2006/main">
            <a:pPr>
              <a:defRPr sz="2175" b="1">
                <a:solidFill>
                  <a:srgbClr val="102A33"/>
                </a:solidFill>
              </a:defRPr>
            </a:pPr>
            <a:r>
              <a:rPr sz="2175" b="1">
                <a:solidFill>
                  <a:srgbClr val="102A33"/>
                </a:solidFill>
              </a:rPr>
              <a:t>Explicit execution boundaries</a:t>
            </a:r>
          </a:p>
        </p:txBody>
      </p:sp>
      <p:sp>
        <p:nvSpPr>
          <p:cNvPr id="11" name="The model selects an operation. The backend&#10;d">
            <a:extLst xmlns:a="http://schemas.openxmlformats.org/drawingml/2006/main">
              <a:ext uri="{FF2B5EF4-FFF2-40B4-BE49-F238E27FC236}">
                <a16:creationId xmlns:a16="http://schemas.microsoft.com/office/drawing/2014/main" id="{AE2853D9-134E-4B63-8F71-0E35D4D54374}"/>
              </a:ext>
            </a:extLst>
          </p:cNvPr>
          <p:cNvSpPr>
            <a:spLocks xmlns:a="http://schemas.openxmlformats.org/drawingml/2006/main" noGrp="1"/>
          </p:cNvSpPr>
          <p:nvPr/>
        </p:nvSpPr>
        <p:spPr>
          <a:xfrm xmlns:a="http://schemas.openxmlformats.org/drawingml/2006/main">
            <a:off x="6667500" y="2952750"/>
            <a:ext cx="4838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The model selects an operation. The backend</a:t>
            </a:r>
          </a:p>
          <a:p xmlns:a="http://schemas.openxmlformats.org/drawingml/2006/main">
            <a:pPr>
              <a:defRPr sz="1875" b="0">
                <a:solidFill>
                  <a:srgbClr val="52676D"/>
                </a:solidFill>
              </a:defRPr>
            </a:pPr>
            <a:r>
              <a:rPr sz="1875" b="0">
                <a:solidFill>
                  <a:srgbClr val="52676D"/>
                </a:solidFill>
              </a:rPr>
              <a:t>determines scope, approval and permitted tools.</a:t>
            </a:r>
          </a:p>
        </p:txBody>
      </p:sp>
      <p:sp>
        <p:nvSpPr>
          <p:cNvPr id="12" name="">
            <a:extLst xmlns:a="http://schemas.openxmlformats.org/drawingml/2006/main">
              <a:ext uri="{FF2B5EF4-FFF2-40B4-BE49-F238E27FC236}">
                <a16:creationId xmlns:a16="http://schemas.microsoft.com/office/drawing/2014/main" id="{36BFED6A-425A-4485-A5EB-C97C8055E5DB}"/>
              </a:ext>
            </a:extLst>
          </p:cNvPr>
          <p:cNvSpPr>
            <a:spLocks xmlns:a="http://schemas.openxmlformats.org/drawingml/2006/main" noGrp="1"/>
          </p:cNvSpPr>
          <p:nvPr/>
        </p:nvSpPr>
        <p:spPr>
          <a:xfrm xmlns:a="http://schemas.openxmlformats.org/drawingml/2006/main">
            <a:off x="1657350" y="3819525"/>
            <a:ext cx="9848850" cy="0"/>
          </a:xfrm>
          <a:prstGeom xmlns:a="http://schemas.openxmlformats.org/drawingml/2006/main" prst="line">
            <a:avLst/>
          </a:prstGeom>
          <a:noFill xmlns:a="http://schemas.openxmlformats.org/drawingml/2006/main"/>
          <a:ln xmlns:a="http://schemas.openxmlformats.org/drawingml/2006/main" w="9525">
            <a:solidFill>
              <a:srgbClr val="CCD6D4"/>
            </a:solidFill>
          </a:ln>
        </p:spPr>
      </p:sp>
      <p:sp>
        <p:nvSpPr>
          <p:cNvPr id="13" name="03">
            <a:extLst xmlns:a="http://schemas.openxmlformats.org/drawingml/2006/main">
              <a:ext uri="{FF2B5EF4-FFF2-40B4-BE49-F238E27FC236}">
                <a16:creationId xmlns:a16="http://schemas.microsoft.com/office/drawing/2014/main" id="{67E0240F-8F57-4FE0-9B59-1C58CECBE0C7}"/>
              </a:ext>
            </a:extLst>
          </p:cNvPr>
          <p:cNvSpPr>
            <a:spLocks xmlns:a="http://schemas.openxmlformats.org/drawingml/2006/main" noGrp="1"/>
          </p:cNvSpPr>
          <p:nvPr/>
        </p:nvSpPr>
        <p:spPr>
          <a:xfrm xmlns:a="http://schemas.openxmlformats.org/drawingml/2006/main">
            <a:off x="685800" y="4000500"/>
            <a:ext cx="723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07F8B"/>
                </a:solidFill>
              </a:defRPr>
            </a:defPPr>
            <a:lvl1pPr>
              <a:defRPr sz="2550" b="1">
                <a:solidFill>
                  <a:srgbClr val="007F8B"/>
                </a:solidFill>
              </a:defRPr>
            </a:lvl1pPr>
            <a:lvl2pPr>
              <a:defRPr sz="2550" b="1">
                <a:solidFill>
                  <a:srgbClr val="007F8B"/>
                </a:solidFill>
              </a:defRPr>
            </a:lvl2pPr>
            <a:lvl3pPr>
              <a:defRPr sz="2550" b="1">
                <a:solidFill>
                  <a:srgbClr val="007F8B"/>
                </a:solidFill>
              </a:defRPr>
            </a:lvl3pPr>
            <a:lvl4pPr>
              <a:defRPr sz="2550" b="1">
                <a:solidFill>
                  <a:srgbClr val="007F8B"/>
                </a:solidFill>
              </a:defRPr>
            </a:lvl4pPr>
            <a:lvl5pPr>
              <a:defRPr sz="2550" b="1">
                <a:solidFill>
                  <a:srgbClr val="007F8B"/>
                </a:solidFill>
              </a:defRPr>
            </a:lvl5pPr>
            <a:lvl6pPr>
              <a:defRPr sz="2550" b="1">
                <a:solidFill>
                  <a:srgbClr val="007F8B"/>
                </a:solidFill>
              </a:defRPr>
            </a:lvl6pPr>
            <a:lvl7pPr>
              <a:defRPr sz="2550" b="1">
                <a:solidFill>
                  <a:srgbClr val="007F8B"/>
                </a:solidFill>
              </a:defRPr>
            </a:lvl7pPr>
            <a:lvl8pPr>
              <a:defRPr sz="2550" b="1">
                <a:solidFill>
                  <a:srgbClr val="007F8B"/>
                </a:solidFill>
              </a:defRPr>
            </a:lvl8pPr>
            <a:lvl9pPr>
              <a:defRPr sz="2550" b="1">
                <a:solidFill>
                  <a:srgbClr val="007F8B"/>
                </a:solidFill>
              </a:defRPr>
            </a:lvl9pPr>
          </a:lstStyle>
          <a:p xmlns:a="http://schemas.openxmlformats.org/drawingml/2006/main">
            <a:pPr>
              <a:defRPr sz="2550" b="1">
                <a:solidFill>
                  <a:srgbClr val="007F8B"/>
                </a:solidFill>
              </a:defRPr>
            </a:pPr>
            <a:r>
              <a:rPr sz="2550" b="1">
                <a:solidFill>
                  <a:srgbClr val="007F8B"/>
                </a:solidFill>
              </a:rPr>
              <a:t>03</a:t>
            </a:r>
          </a:p>
        </p:txBody>
      </p:sp>
      <p:sp>
        <p:nvSpPr>
          <p:cNvPr id="14" name="Reviewable outcomes">
            <a:extLst xmlns:a="http://schemas.openxmlformats.org/drawingml/2006/main">
              <a:ext uri="{FF2B5EF4-FFF2-40B4-BE49-F238E27FC236}">
                <a16:creationId xmlns:a16="http://schemas.microsoft.com/office/drawing/2014/main" id="{3F895E46-6CB1-4A0A-AB60-EF66514F698C}"/>
              </a:ext>
            </a:extLst>
          </p:cNvPr>
          <p:cNvSpPr>
            <a:spLocks xmlns:a="http://schemas.openxmlformats.org/drawingml/2006/main" noGrp="1"/>
          </p:cNvSpPr>
          <p:nvPr/>
        </p:nvSpPr>
        <p:spPr>
          <a:xfrm xmlns:a="http://schemas.openxmlformats.org/drawingml/2006/main">
            <a:off x="1657350" y="4000500"/>
            <a:ext cx="451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02A33"/>
                </a:solidFill>
              </a:defRPr>
            </a:defPPr>
            <a:lvl1pPr>
              <a:defRPr sz="2175" b="1">
                <a:solidFill>
                  <a:srgbClr val="102A33"/>
                </a:solidFill>
              </a:defRPr>
            </a:lvl1pPr>
            <a:lvl2pPr>
              <a:defRPr sz="2175" b="1">
                <a:solidFill>
                  <a:srgbClr val="102A33"/>
                </a:solidFill>
              </a:defRPr>
            </a:lvl2pPr>
            <a:lvl3pPr>
              <a:defRPr sz="2175" b="1">
                <a:solidFill>
                  <a:srgbClr val="102A33"/>
                </a:solidFill>
              </a:defRPr>
            </a:lvl3pPr>
            <a:lvl4pPr>
              <a:defRPr sz="2175" b="1">
                <a:solidFill>
                  <a:srgbClr val="102A33"/>
                </a:solidFill>
              </a:defRPr>
            </a:lvl4pPr>
            <a:lvl5pPr>
              <a:defRPr sz="2175" b="1">
                <a:solidFill>
                  <a:srgbClr val="102A33"/>
                </a:solidFill>
              </a:defRPr>
            </a:lvl5pPr>
            <a:lvl6pPr>
              <a:defRPr sz="2175" b="1">
                <a:solidFill>
                  <a:srgbClr val="102A33"/>
                </a:solidFill>
              </a:defRPr>
            </a:lvl6pPr>
            <a:lvl7pPr>
              <a:defRPr sz="2175" b="1">
                <a:solidFill>
                  <a:srgbClr val="102A33"/>
                </a:solidFill>
              </a:defRPr>
            </a:lvl7pPr>
            <a:lvl8pPr>
              <a:defRPr sz="2175" b="1">
                <a:solidFill>
                  <a:srgbClr val="102A33"/>
                </a:solidFill>
              </a:defRPr>
            </a:lvl8pPr>
            <a:lvl9pPr>
              <a:defRPr sz="2175" b="1">
                <a:solidFill>
                  <a:srgbClr val="102A33"/>
                </a:solidFill>
              </a:defRPr>
            </a:lvl9pPr>
          </a:lstStyle>
          <a:p xmlns:a="http://schemas.openxmlformats.org/drawingml/2006/main">
            <a:pPr>
              <a:defRPr sz="2175" b="1">
                <a:solidFill>
                  <a:srgbClr val="102A33"/>
                </a:solidFill>
              </a:defRPr>
            </a:pPr>
            <a:r>
              <a:rPr sz="2175" b="1">
                <a:solidFill>
                  <a:srgbClr val="102A33"/>
                </a:solidFill>
              </a:rPr>
              <a:t>Reviewable outcomes</a:t>
            </a:r>
          </a:p>
        </p:txBody>
      </p:sp>
      <p:sp>
        <p:nvSpPr>
          <p:cNvPr id="15" name="Task state and evidence distinguish completed">
            <a:extLst xmlns:a="http://schemas.openxmlformats.org/drawingml/2006/main">
              <a:ext uri="{FF2B5EF4-FFF2-40B4-BE49-F238E27FC236}">
                <a16:creationId xmlns:a16="http://schemas.microsoft.com/office/drawing/2014/main" id="{4B3A7918-5D95-43AD-A547-726F8A095BFF}"/>
              </a:ext>
            </a:extLst>
          </p:cNvPr>
          <p:cNvSpPr>
            <a:spLocks xmlns:a="http://schemas.openxmlformats.org/drawingml/2006/main" noGrp="1"/>
          </p:cNvSpPr>
          <p:nvPr/>
        </p:nvSpPr>
        <p:spPr>
          <a:xfrm xmlns:a="http://schemas.openxmlformats.org/drawingml/2006/main">
            <a:off x="6667500" y="4000500"/>
            <a:ext cx="4838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Task state and evidence distinguish completed</a:t>
            </a:r>
          </a:p>
          <a:p xmlns:a="http://schemas.openxmlformats.org/drawingml/2006/main">
            <a:pPr>
              <a:defRPr sz="1875" b="0">
                <a:solidFill>
                  <a:srgbClr val="52676D"/>
                </a:solidFill>
              </a:defRPr>
            </a:pPr>
            <a:r>
              <a:rPr sz="1875" b="0">
                <a:solidFill>
                  <a:srgbClr val="52676D"/>
                </a:solidFill>
              </a:rPr>
              <a:t>work from a launch request or uncertain result.</a:t>
            </a:r>
          </a:p>
        </p:txBody>
      </p:sp>
      <p:sp>
        <p:nvSpPr>
          <p:cNvPr id="16" name="">
            <a:extLst xmlns:a="http://schemas.openxmlformats.org/drawingml/2006/main">
              <a:ext uri="{FF2B5EF4-FFF2-40B4-BE49-F238E27FC236}">
                <a16:creationId xmlns:a16="http://schemas.microsoft.com/office/drawing/2014/main" id="{906A694A-6CE0-431A-AD7E-E18DFC883F5E}"/>
              </a:ext>
            </a:extLst>
          </p:cNvPr>
          <p:cNvSpPr>
            <a:spLocks xmlns:a="http://schemas.openxmlformats.org/drawingml/2006/main" noGrp="1"/>
          </p:cNvSpPr>
          <p:nvPr/>
        </p:nvSpPr>
        <p:spPr>
          <a:xfrm xmlns:a="http://schemas.openxmlformats.org/drawingml/2006/main">
            <a:off x="1657350" y="4867275"/>
            <a:ext cx="9848850" cy="0"/>
          </a:xfrm>
          <a:prstGeom xmlns:a="http://schemas.openxmlformats.org/drawingml/2006/main" prst="line">
            <a:avLst/>
          </a:prstGeom>
          <a:noFill xmlns:a="http://schemas.openxmlformats.org/drawingml/2006/main"/>
          <a:ln xmlns:a="http://schemas.openxmlformats.org/drawingml/2006/main" w="9525">
            <a:solidFill>
              <a:srgbClr val="CCD6D4"/>
            </a:solidFill>
          </a:ln>
        </p:spPr>
      </p:sp>
      <p:sp>
        <p:nvSpPr>
          <p:cNvPr id="17" name="04">
            <a:extLst xmlns:a="http://schemas.openxmlformats.org/drawingml/2006/main">
              <a:ext uri="{FF2B5EF4-FFF2-40B4-BE49-F238E27FC236}">
                <a16:creationId xmlns:a16="http://schemas.microsoft.com/office/drawing/2014/main" id="{DE28A8DA-1EF1-49EA-A9E2-FBF3ACD2EA5E}"/>
              </a:ext>
            </a:extLst>
          </p:cNvPr>
          <p:cNvSpPr>
            <a:spLocks xmlns:a="http://schemas.openxmlformats.org/drawingml/2006/main" noGrp="1"/>
          </p:cNvSpPr>
          <p:nvPr/>
        </p:nvSpPr>
        <p:spPr>
          <a:xfrm xmlns:a="http://schemas.openxmlformats.org/drawingml/2006/main">
            <a:off x="685800" y="5048250"/>
            <a:ext cx="723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07F8B"/>
                </a:solidFill>
              </a:defRPr>
            </a:defPPr>
            <a:lvl1pPr>
              <a:defRPr sz="2550" b="1">
                <a:solidFill>
                  <a:srgbClr val="007F8B"/>
                </a:solidFill>
              </a:defRPr>
            </a:lvl1pPr>
            <a:lvl2pPr>
              <a:defRPr sz="2550" b="1">
                <a:solidFill>
                  <a:srgbClr val="007F8B"/>
                </a:solidFill>
              </a:defRPr>
            </a:lvl2pPr>
            <a:lvl3pPr>
              <a:defRPr sz="2550" b="1">
                <a:solidFill>
                  <a:srgbClr val="007F8B"/>
                </a:solidFill>
              </a:defRPr>
            </a:lvl3pPr>
            <a:lvl4pPr>
              <a:defRPr sz="2550" b="1">
                <a:solidFill>
                  <a:srgbClr val="007F8B"/>
                </a:solidFill>
              </a:defRPr>
            </a:lvl4pPr>
            <a:lvl5pPr>
              <a:defRPr sz="2550" b="1">
                <a:solidFill>
                  <a:srgbClr val="007F8B"/>
                </a:solidFill>
              </a:defRPr>
            </a:lvl5pPr>
            <a:lvl6pPr>
              <a:defRPr sz="2550" b="1">
                <a:solidFill>
                  <a:srgbClr val="007F8B"/>
                </a:solidFill>
              </a:defRPr>
            </a:lvl6pPr>
            <a:lvl7pPr>
              <a:defRPr sz="2550" b="1">
                <a:solidFill>
                  <a:srgbClr val="007F8B"/>
                </a:solidFill>
              </a:defRPr>
            </a:lvl7pPr>
            <a:lvl8pPr>
              <a:defRPr sz="2550" b="1">
                <a:solidFill>
                  <a:srgbClr val="007F8B"/>
                </a:solidFill>
              </a:defRPr>
            </a:lvl8pPr>
            <a:lvl9pPr>
              <a:defRPr sz="2550" b="1">
                <a:solidFill>
                  <a:srgbClr val="007F8B"/>
                </a:solidFill>
              </a:defRPr>
            </a:lvl9pPr>
          </a:lstStyle>
          <a:p xmlns:a="http://schemas.openxmlformats.org/drawingml/2006/main">
            <a:pPr>
              <a:defRPr sz="2550" b="1">
                <a:solidFill>
                  <a:srgbClr val="007F8B"/>
                </a:solidFill>
              </a:defRPr>
            </a:pPr>
            <a:r>
              <a:rPr sz="2550" b="1">
                <a:solidFill>
                  <a:srgbClr val="007F8B"/>
                </a:solidFill>
              </a:rPr>
              <a:t>04</a:t>
            </a:r>
          </a:p>
        </p:txBody>
      </p:sp>
      <p:sp>
        <p:nvSpPr>
          <p:cNvPr id="18" name="Provider flexibility">
            <a:extLst xmlns:a="http://schemas.openxmlformats.org/drawingml/2006/main">
              <a:ext uri="{FF2B5EF4-FFF2-40B4-BE49-F238E27FC236}">
                <a16:creationId xmlns:a16="http://schemas.microsoft.com/office/drawing/2014/main" id="{491B006C-39AD-4A33-81EF-DCAA551CECE2}"/>
              </a:ext>
            </a:extLst>
          </p:cNvPr>
          <p:cNvSpPr>
            <a:spLocks xmlns:a="http://schemas.openxmlformats.org/drawingml/2006/main" noGrp="1"/>
          </p:cNvSpPr>
          <p:nvPr/>
        </p:nvSpPr>
        <p:spPr>
          <a:xfrm xmlns:a="http://schemas.openxmlformats.org/drawingml/2006/main">
            <a:off x="1657350" y="5048250"/>
            <a:ext cx="451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02A33"/>
                </a:solidFill>
              </a:defRPr>
            </a:defPPr>
            <a:lvl1pPr>
              <a:defRPr sz="2175" b="1">
                <a:solidFill>
                  <a:srgbClr val="102A33"/>
                </a:solidFill>
              </a:defRPr>
            </a:lvl1pPr>
            <a:lvl2pPr>
              <a:defRPr sz="2175" b="1">
                <a:solidFill>
                  <a:srgbClr val="102A33"/>
                </a:solidFill>
              </a:defRPr>
            </a:lvl2pPr>
            <a:lvl3pPr>
              <a:defRPr sz="2175" b="1">
                <a:solidFill>
                  <a:srgbClr val="102A33"/>
                </a:solidFill>
              </a:defRPr>
            </a:lvl3pPr>
            <a:lvl4pPr>
              <a:defRPr sz="2175" b="1">
                <a:solidFill>
                  <a:srgbClr val="102A33"/>
                </a:solidFill>
              </a:defRPr>
            </a:lvl4pPr>
            <a:lvl5pPr>
              <a:defRPr sz="2175" b="1">
                <a:solidFill>
                  <a:srgbClr val="102A33"/>
                </a:solidFill>
              </a:defRPr>
            </a:lvl5pPr>
            <a:lvl6pPr>
              <a:defRPr sz="2175" b="1">
                <a:solidFill>
                  <a:srgbClr val="102A33"/>
                </a:solidFill>
              </a:defRPr>
            </a:lvl6pPr>
            <a:lvl7pPr>
              <a:defRPr sz="2175" b="1">
                <a:solidFill>
                  <a:srgbClr val="102A33"/>
                </a:solidFill>
              </a:defRPr>
            </a:lvl7pPr>
            <a:lvl8pPr>
              <a:defRPr sz="2175" b="1">
                <a:solidFill>
                  <a:srgbClr val="102A33"/>
                </a:solidFill>
              </a:defRPr>
            </a:lvl8pPr>
            <a:lvl9pPr>
              <a:defRPr sz="2175" b="1">
                <a:solidFill>
                  <a:srgbClr val="102A33"/>
                </a:solidFill>
              </a:defRPr>
            </a:lvl9pPr>
          </a:lstStyle>
          <a:p xmlns:a="http://schemas.openxmlformats.org/drawingml/2006/main">
            <a:pPr>
              <a:defRPr sz="2175" b="1">
                <a:solidFill>
                  <a:srgbClr val="102A33"/>
                </a:solidFill>
              </a:defRPr>
            </a:pPr>
            <a:r>
              <a:rPr sz="2175" b="1">
                <a:solidFill>
                  <a:srgbClr val="102A33"/>
                </a:solidFill>
              </a:rPr>
              <a:t>Provider flexibility</a:t>
            </a:r>
          </a:p>
        </p:txBody>
      </p:sp>
      <p:sp>
        <p:nvSpPr>
          <p:cNvPr id="19" name="The same task contract supports local models&#10;">
            <a:extLst xmlns:a="http://schemas.openxmlformats.org/drawingml/2006/main">
              <a:ext uri="{FF2B5EF4-FFF2-40B4-BE49-F238E27FC236}">
                <a16:creationId xmlns:a16="http://schemas.microsoft.com/office/drawing/2014/main" id="{777794EC-39BB-4AA4-85CA-4EA43EC069A3}"/>
              </a:ext>
            </a:extLst>
          </p:cNvPr>
          <p:cNvSpPr>
            <a:spLocks xmlns:a="http://schemas.openxmlformats.org/drawingml/2006/main" noGrp="1"/>
          </p:cNvSpPr>
          <p:nvPr/>
        </p:nvSpPr>
        <p:spPr>
          <a:xfrm xmlns:a="http://schemas.openxmlformats.org/drawingml/2006/main">
            <a:off x="6667500" y="5048250"/>
            <a:ext cx="4838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The same task contract supports local models</a:t>
            </a:r>
          </a:p>
          <a:p xmlns:a="http://schemas.openxmlformats.org/drawingml/2006/main">
            <a:pPr>
              <a:defRPr sz="1875" b="0">
                <a:solidFill>
                  <a:srgbClr val="52676D"/>
                </a:solidFill>
              </a:defRPr>
            </a:pPr>
            <a:r>
              <a:rPr sz="1875" b="0">
                <a:solidFill>
                  <a:srgbClr val="52676D"/>
                </a:solidFill>
              </a:rPr>
              <a:t>and optional hosted speech or LLM providers.</a:t>
            </a:r>
          </a:p>
        </p:txBody>
      </p:sp>
    </p:spTree>
    <p:extLst>
      <p:ext uri="{BB962C8B-B14F-4D97-AF65-F5344CB8AC3E}">
        <p14:creationId xmlns:p14="http://schemas.microsoft.com/office/powerpoint/2010/main" val="1054940888"/>
      </p:ext>
    </p:extLst>
  </p:cSld>
</p:sld>
</file>

<file path=ppt/slides/slide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 name="Prototype evidence and current limits">
            <a:extLst xmlns:a="http://schemas.openxmlformats.org/drawingml/2006/main">
              <a:ext uri="{FF2B5EF4-FFF2-40B4-BE49-F238E27FC236}">
                <a16:creationId xmlns:a16="http://schemas.microsoft.com/office/drawing/2014/main" id="{E5A65F53-D073-4874-AE59-32017F74B832}"/>
              </a:ext>
            </a:extLst>
          </p:cNvPr>
          <p:cNvSpPr>
            <a:spLocks xmlns:a="http://schemas.openxmlformats.org/drawingml/2006/main" noGrp="1"/>
          </p:cNvSpPr>
          <p:nvPr/>
        </p:nvSpPr>
        <p:spPr>
          <a:xfrm xmlns:a="http://schemas.openxmlformats.org/drawingml/2006/main">
            <a:off x="685800" y="5524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A33"/>
                </a:solidFill>
              </a:defRPr>
            </a:defPPr>
            <a:lvl1pPr>
              <a:defRPr sz="3300" b="1">
                <a:solidFill>
                  <a:srgbClr val="102A33"/>
                </a:solidFill>
              </a:defRPr>
            </a:lvl1pPr>
            <a:lvl2pPr>
              <a:defRPr sz="3300" b="1">
                <a:solidFill>
                  <a:srgbClr val="102A33"/>
                </a:solidFill>
              </a:defRPr>
            </a:lvl2pPr>
            <a:lvl3pPr>
              <a:defRPr sz="3300" b="1">
                <a:solidFill>
                  <a:srgbClr val="102A33"/>
                </a:solidFill>
              </a:defRPr>
            </a:lvl3pPr>
            <a:lvl4pPr>
              <a:defRPr sz="3300" b="1">
                <a:solidFill>
                  <a:srgbClr val="102A33"/>
                </a:solidFill>
              </a:defRPr>
            </a:lvl4pPr>
            <a:lvl5pPr>
              <a:defRPr sz="3300" b="1">
                <a:solidFill>
                  <a:srgbClr val="102A33"/>
                </a:solidFill>
              </a:defRPr>
            </a:lvl5pPr>
            <a:lvl6pPr>
              <a:defRPr sz="3300" b="1">
                <a:solidFill>
                  <a:srgbClr val="102A33"/>
                </a:solidFill>
              </a:defRPr>
            </a:lvl6pPr>
            <a:lvl7pPr>
              <a:defRPr sz="3300" b="1">
                <a:solidFill>
                  <a:srgbClr val="102A33"/>
                </a:solidFill>
              </a:defRPr>
            </a:lvl7pPr>
            <a:lvl8pPr>
              <a:defRPr sz="3300" b="1">
                <a:solidFill>
                  <a:srgbClr val="102A33"/>
                </a:solidFill>
              </a:defRPr>
            </a:lvl8pPr>
            <a:lvl9pPr>
              <a:defRPr sz="3300" b="1">
                <a:solidFill>
                  <a:srgbClr val="102A33"/>
                </a:solidFill>
              </a:defRPr>
            </a:lvl9pPr>
          </a:lstStyle>
          <a:p xmlns:a="http://schemas.openxmlformats.org/drawingml/2006/main">
            <a:pPr>
              <a:defRPr sz="3300" b="1">
                <a:solidFill>
                  <a:srgbClr val="102A33"/>
                </a:solidFill>
              </a:defRPr>
            </a:pPr>
            <a:r>
              <a:rPr sz="3300" b="1">
                <a:solidFill>
                  <a:srgbClr val="102A33"/>
                </a:solidFill>
              </a:rPr>
              <a:t>Prototype evidence and current limits</a:t>
            </a:r>
          </a:p>
        </p:txBody>
      </p:sp>
      <p:sp>
        <p:nvSpPr>
          <p:cNvPr id="3" name="VANESSA">
            <a:extLst xmlns:a="http://schemas.openxmlformats.org/drawingml/2006/main">
              <a:ext uri="{FF2B5EF4-FFF2-40B4-BE49-F238E27FC236}">
                <a16:creationId xmlns:a16="http://schemas.microsoft.com/office/drawing/2014/main" id="{01A1EA62-4C10-4F11-A7E7-77AA7023F215}"/>
              </a:ext>
            </a:extLst>
          </p:cNvPr>
          <p:cNvSpPr>
            <a:spLocks xmlns:a="http://schemas.openxmlformats.org/drawingml/2006/main" noGrp="1"/>
          </p:cNvSpPr>
          <p:nvPr/>
        </p:nvSpPr>
        <p:spPr>
          <a:xfrm xmlns:a="http://schemas.openxmlformats.org/drawingml/2006/main">
            <a:off x="685800" y="641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2676D"/>
                </a:solidFill>
              </a:defRPr>
            </a:defPPr>
            <a:lvl1pPr>
              <a:defRPr sz="1125" b="1">
                <a:solidFill>
                  <a:srgbClr val="52676D"/>
                </a:solidFill>
              </a:defRPr>
            </a:lvl1pPr>
            <a:lvl2pPr>
              <a:defRPr sz="1125" b="1">
                <a:solidFill>
                  <a:srgbClr val="52676D"/>
                </a:solidFill>
              </a:defRPr>
            </a:lvl2pPr>
            <a:lvl3pPr>
              <a:defRPr sz="1125" b="1">
                <a:solidFill>
                  <a:srgbClr val="52676D"/>
                </a:solidFill>
              </a:defRPr>
            </a:lvl3pPr>
            <a:lvl4pPr>
              <a:defRPr sz="1125" b="1">
                <a:solidFill>
                  <a:srgbClr val="52676D"/>
                </a:solidFill>
              </a:defRPr>
            </a:lvl4pPr>
            <a:lvl5pPr>
              <a:defRPr sz="1125" b="1">
                <a:solidFill>
                  <a:srgbClr val="52676D"/>
                </a:solidFill>
              </a:defRPr>
            </a:lvl5pPr>
            <a:lvl6pPr>
              <a:defRPr sz="1125" b="1">
                <a:solidFill>
                  <a:srgbClr val="52676D"/>
                </a:solidFill>
              </a:defRPr>
            </a:lvl6pPr>
            <a:lvl7pPr>
              <a:defRPr sz="1125" b="1">
                <a:solidFill>
                  <a:srgbClr val="52676D"/>
                </a:solidFill>
              </a:defRPr>
            </a:lvl7pPr>
            <a:lvl8pPr>
              <a:defRPr sz="1125" b="1">
                <a:solidFill>
                  <a:srgbClr val="52676D"/>
                </a:solidFill>
              </a:defRPr>
            </a:lvl8pPr>
            <a:lvl9pPr>
              <a:defRPr sz="1125" b="1">
                <a:solidFill>
                  <a:srgbClr val="52676D"/>
                </a:solidFill>
              </a:defRPr>
            </a:lvl9pPr>
          </a:lstStyle>
          <a:p xmlns:a="http://schemas.openxmlformats.org/drawingml/2006/main">
            <a:pPr>
              <a:defRPr sz="1125" b="1">
                <a:solidFill>
                  <a:srgbClr val="52676D"/>
                </a:solidFill>
              </a:defRPr>
            </a:pPr>
            <a:r>
              <a:rPr sz="1125" b="1">
                <a:solidFill>
                  <a:srgbClr val="52676D"/>
                </a:solidFill>
              </a:rPr>
              <a:t>VANESSA</a:t>
            </a:r>
          </a:p>
        </p:txBody>
      </p:sp>
      <p:sp>
        <p:nvSpPr>
          <p:cNvPr id="4" name="09 / 11">
            <a:extLst xmlns:a="http://schemas.openxmlformats.org/drawingml/2006/main">
              <a:ext uri="{FF2B5EF4-FFF2-40B4-BE49-F238E27FC236}">
                <a16:creationId xmlns:a16="http://schemas.microsoft.com/office/drawing/2014/main" id="{CB82B23D-27EC-40D8-B3EC-E6E16AD1956C}"/>
              </a:ext>
            </a:extLst>
          </p:cNvPr>
          <p:cNvSpPr>
            <a:spLocks xmlns:a="http://schemas.openxmlformats.org/drawingml/2006/main" noGrp="1"/>
          </p:cNvSpPr>
          <p:nvPr/>
        </p:nvSpPr>
        <p:spPr>
          <a:xfrm xmlns:a="http://schemas.openxmlformats.org/drawingml/2006/main">
            <a:off x="10648950" y="64198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6D"/>
                </a:solidFill>
              </a:defRPr>
            </a:defPPr>
            <a:lvl1pPr>
              <a:defRPr sz="1125" b="0">
                <a:solidFill>
                  <a:srgbClr val="52676D"/>
                </a:solidFill>
              </a:defRPr>
            </a:lvl1pPr>
            <a:lvl2pPr>
              <a:defRPr sz="1125" b="0">
                <a:solidFill>
                  <a:srgbClr val="52676D"/>
                </a:solidFill>
              </a:defRPr>
            </a:lvl2pPr>
            <a:lvl3pPr>
              <a:defRPr sz="1125" b="0">
                <a:solidFill>
                  <a:srgbClr val="52676D"/>
                </a:solidFill>
              </a:defRPr>
            </a:lvl3pPr>
            <a:lvl4pPr>
              <a:defRPr sz="1125" b="0">
                <a:solidFill>
                  <a:srgbClr val="52676D"/>
                </a:solidFill>
              </a:defRPr>
            </a:lvl4pPr>
            <a:lvl5pPr>
              <a:defRPr sz="1125" b="0">
                <a:solidFill>
                  <a:srgbClr val="52676D"/>
                </a:solidFill>
              </a:defRPr>
            </a:lvl5pPr>
            <a:lvl6pPr>
              <a:defRPr sz="1125" b="0">
                <a:solidFill>
                  <a:srgbClr val="52676D"/>
                </a:solidFill>
              </a:defRPr>
            </a:lvl6pPr>
            <a:lvl7pPr>
              <a:defRPr sz="1125" b="0">
                <a:solidFill>
                  <a:srgbClr val="52676D"/>
                </a:solidFill>
              </a:defRPr>
            </a:lvl7pPr>
            <a:lvl8pPr>
              <a:defRPr sz="1125" b="0">
                <a:solidFill>
                  <a:srgbClr val="52676D"/>
                </a:solidFill>
              </a:defRPr>
            </a:lvl8pPr>
            <a:lvl9pPr>
              <a:defRPr sz="1125" b="0">
                <a:solidFill>
                  <a:srgbClr val="52676D"/>
                </a:solidFill>
              </a:defRPr>
            </a:lvl9pPr>
          </a:lstStyle>
          <a:p xmlns:a="http://schemas.openxmlformats.org/drawingml/2006/main">
            <a:pPr>
              <a:defRPr sz="1125" b="0">
                <a:solidFill>
                  <a:srgbClr val="52676D"/>
                </a:solidFill>
              </a:defRPr>
            </a:pPr>
            <a:r>
              <a:rPr sz="1125" b="0">
                <a:solidFill>
                  <a:srgbClr val="52676D"/>
                </a:solidFill>
              </a:rPr>
              <a:t>09 / 11</a:t>
            </a:r>
          </a:p>
        </p:txBody>
      </p:sp>
      <p:sp>
        <p:nvSpPr>
          <p:cNvPr id="5" name="Verified in the development environment">
            <a:extLst xmlns:a="http://schemas.openxmlformats.org/drawingml/2006/main">
              <a:ext uri="{FF2B5EF4-FFF2-40B4-BE49-F238E27FC236}">
                <a16:creationId xmlns:a16="http://schemas.microsoft.com/office/drawing/2014/main" id="{8362361C-A208-4D88-84C7-C11CE26C2B70}"/>
              </a:ext>
            </a:extLst>
          </p:cNvPr>
          <p:cNvSpPr>
            <a:spLocks xmlns:a="http://schemas.openxmlformats.org/drawingml/2006/main" noGrp="1"/>
          </p:cNvSpPr>
          <p:nvPr/>
        </p:nvSpPr>
        <p:spPr>
          <a:xfrm xmlns:a="http://schemas.openxmlformats.org/drawingml/2006/main">
            <a:off x="685800" y="1800225"/>
            <a:ext cx="582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F8B"/>
                </a:solidFill>
              </a:defRPr>
            </a:defPPr>
            <a:lvl1pPr>
              <a:defRPr sz="1875" b="1">
                <a:solidFill>
                  <a:srgbClr val="007F8B"/>
                </a:solidFill>
              </a:defRPr>
            </a:lvl1pPr>
            <a:lvl2pPr>
              <a:defRPr sz="1875" b="1">
                <a:solidFill>
                  <a:srgbClr val="007F8B"/>
                </a:solidFill>
              </a:defRPr>
            </a:lvl2pPr>
            <a:lvl3pPr>
              <a:defRPr sz="1875" b="1">
                <a:solidFill>
                  <a:srgbClr val="007F8B"/>
                </a:solidFill>
              </a:defRPr>
            </a:lvl3pPr>
            <a:lvl4pPr>
              <a:defRPr sz="1875" b="1">
                <a:solidFill>
                  <a:srgbClr val="007F8B"/>
                </a:solidFill>
              </a:defRPr>
            </a:lvl4pPr>
            <a:lvl5pPr>
              <a:defRPr sz="1875" b="1">
                <a:solidFill>
                  <a:srgbClr val="007F8B"/>
                </a:solidFill>
              </a:defRPr>
            </a:lvl5pPr>
            <a:lvl6pPr>
              <a:defRPr sz="1875" b="1">
                <a:solidFill>
                  <a:srgbClr val="007F8B"/>
                </a:solidFill>
              </a:defRPr>
            </a:lvl6pPr>
            <a:lvl7pPr>
              <a:defRPr sz="1875" b="1">
                <a:solidFill>
                  <a:srgbClr val="007F8B"/>
                </a:solidFill>
              </a:defRPr>
            </a:lvl7pPr>
            <a:lvl8pPr>
              <a:defRPr sz="1875" b="1">
                <a:solidFill>
                  <a:srgbClr val="007F8B"/>
                </a:solidFill>
              </a:defRPr>
            </a:lvl8pPr>
            <a:lvl9pPr>
              <a:defRPr sz="1875" b="1">
                <a:solidFill>
                  <a:srgbClr val="007F8B"/>
                </a:solidFill>
              </a:defRPr>
            </a:lvl9pPr>
          </a:lstStyle>
          <a:p xmlns:a="http://schemas.openxmlformats.org/drawingml/2006/main">
            <a:pPr>
              <a:defRPr sz="1875" b="1">
                <a:solidFill>
                  <a:srgbClr val="007F8B"/>
                </a:solidFill>
              </a:defRPr>
            </a:pPr>
            <a:r>
              <a:rPr sz="1875" b="1">
                <a:solidFill>
                  <a:srgbClr val="007F8B"/>
                </a:solidFill>
              </a:rPr>
              <a:t>Verified in the development environment</a:t>
            </a:r>
          </a:p>
        </p:txBody>
      </p:sp>
      <p:sp>
        <p:nvSpPr>
          <p:cNvPr id="6" name="10">
            <a:extLst xmlns:a="http://schemas.openxmlformats.org/drawingml/2006/main">
              <a:ext uri="{FF2B5EF4-FFF2-40B4-BE49-F238E27FC236}">
                <a16:creationId xmlns:a16="http://schemas.microsoft.com/office/drawing/2014/main" id="{F730D564-4DCB-45AD-9616-CC7A6F8BB859}"/>
              </a:ext>
            </a:extLst>
          </p:cNvPr>
          <p:cNvSpPr>
            <a:spLocks xmlns:a="http://schemas.openxmlformats.org/drawingml/2006/main" noGrp="1"/>
          </p:cNvSpPr>
          <p:nvPr/>
        </p:nvSpPr>
        <p:spPr>
          <a:xfrm xmlns:a="http://schemas.openxmlformats.org/drawingml/2006/main">
            <a:off x="685800" y="2428875"/>
            <a:ext cx="2095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450" b="1">
                <a:solidFill>
                  <a:srgbClr val="102A33"/>
                </a:solidFill>
              </a:defRPr>
            </a:defPPr>
            <a:lvl1pPr>
              <a:defRPr sz="6450" b="1">
                <a:solidFill>
                  <a:srgbClr val="102A33"/>
                </a:solidFill>
              </a:defRPr>
            </a:lvl1pPr>
            <a:lvl2pPr>
              <a:defRPr sz="6450" b="1">
                <a:solidFill>
                  <a:srgbClr val="102A33"/>
                </a:solidFill>
              </a:defRPr>
            </a:lvl2pPr>
            <a:lvl3pPr>
              <a:defRPr sz="6450" b="1">
                <a:solidFill>
                  <a:srgbClr val="102A33"/>
                </a:solidFill>
              </a:defRPr>
            </a:lvl3pPr>
            <a:lvl4pPr>
              <a:defRPr sz="6450" b="1">
                <a:solidFill>
                  <a:srgbClr val="102A33"/>
                </a:solidFill>
              </a:defRPr>
            </a:lvl4pPr>
            <a:lvl5pPr>
              <a:defRPr sz="6450" b="1">
                <a:solidFill>
                  <a:srgbClr val="102A33"/>
                </a:solidFill>
              </a:defRPr>
            </a:lvl5pPr>
            <a:lvl6pPr>
              <a:defRPr sz="6450" b="1">
                <a:solidFill>
                  <a:srgbClr val="102A33"/>
                </a:solidFill>
              </a:defRPr>
            </a:lvl6pPr>
            <a:lvl7pPr>
              <a:defRPr sz="6450" b="1">
                <a:solidFill>
                  <a:srgbClr val="102A33"/>
                </a:solidFill>
              </a:defRPr>
            </a:lvl7pPr>
            <a:lvl8pPr>
              <a:defRPr sz="6450" b="1">
                <a:solidFill>
                  <a:srgbClr val="102A33"/>
                </a:solidFill>
              </a:defRPr>
            </a:lvl8pPr>
            <a:lvl9pPr>
              <a:defRPr sz="6450" b="1">
                <a:solidFill>
                  <a:srgbClr val="102A33"/>
                </a:solidFill>
              </a:defRPr>
            </a:lvl9pPr>
          </a:lstStyle>
          <a:p xmlns:a="http://schemas.openxmlformats.org/drawingml/2006/main">
            <a:pPr>
              <a:defRPr sz="6450" b="1">
                <a:solidFill>
                  <a:srgbClr val="102A33"/>
                </a:solidFill>
              </a:defRPr>
            </a:pPr>
            <a:r>
              <a:rPr sz="6450" b="1">
                <a:solidFill>
                  <a:srgbClr val="102A33"/>
                </a:solidFill>
              </a:rPr>
              <a:t>10</a:t>
            </a:r>
          </a:p>
        </p:txBody>
      </p:sp>
      <p:sp>
        <p:nvSpPr>
          <p:cNvPr id="7" name="Browser and routing checks passed">
            <a:extLst xmlns:a="http://schemas.openxmlformats.org/drawingml/2006/main">
              <a:ext uri="{FF2B5EF4-FFF2-40B4-BE49-F238E27FC236}">
                <a16:creationId xmlns:a16="http://schemas.microsoft.com/office/drawing/2014/main" id="{8E083ABE-417F-42C9-9B96-71EB181E643D}"/>
              </a:ext>
            </a:extLst>
          </p:cNvPr>
          <p:cNvSpPr>
            <a:spLocks xmlns:a="http://schemas.openxmlformats.org/drawingml/2006/main" noGrp="1"/>
          </p:cNvSpPr>
          <p:nvPr/>
        </p:nvSpPr>
        <p:spPr>
          <a:xfrm xmlns:a="http://schemas.openxmlformats.org/drawingml/2006/main">
            <a:off x="2609850" y="2676525"/>
            <a:ext cx="3857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02A33"/>
                </a:solidFill>
              </a:defRPr>
            </a:defPPr>
            <a:lvl1pPr>
              <a:defRPr sz="2100" b="1">
                <a:solidFill>
                  <a:srgbClr val="102A33"/>
                </a:solidFill>
              </a:defRPr>
            </a:lvl1pPr>
            <a:lvl2pPr>
              <a:defRPr sz="2100" b="1">
                <a:solidFill>
                  <a:srgbClr val="102A33"/>
                </a:solidFill>
              </a:defRPr>
            </a:lvl2pPr>
            <a:lvl3pPr>
              <a:defRPr sz="2100" b="1">
                <a:solidFill>
                  <a:srgbClr val="102A33"/>
                </a:solidFill>
              </a:defRPr>
            </a:lvl3pPr>
            <a:lvl4pPr>
              <a:defRPr sz="2100" b="1">
                <a:solidFill>
                  <a:srgbClr val="102A33"/>
                </a:solidFill>
              </a:defRPr>
            </a:lvl4pPr>
            <a:lvl5pPr>
              <a:defRPr sz="2100" b="1">
                <a:solidFill>
                  <a:srgbClr val="102A33"/>
                </a:solidFill>
              </a:defRPr>
            </a:lvl5pPr>
            <a:lvl6pPr>
              <a:defRPr sz="2100" b="1">
                <a:solidFill>
                  <a:srgbClr val="102A33"/>
                </a:solidFill>
              </a:defRPr>
            </a:lvl6pPr>
            <a:lvl7pPr>
              <a:defRPr sz="2100" b="1">
                <a:solidFill>
                  <a:srgbClr val="102A33"/>
                </a:solidFill>
              </a:defRPr>
            </a:lvl7pPr>
            <a:lvl8pPr>
              <a:defRPr sz="2100" b="1">
                <a:solidFill>
                  <a:srgbClr val="102A33"/>
                </a:solidFill>
              </a:defRPr>
            </a:lvl8pPr>
            <a:lvl9pPr>
              <a:defRPr sz="2100" b="1">
                <a:solidFill>
                  <a:srgbClr val="102A33"/>
                </a:solidFill>
              </a:defRPr>
            </a:lvl9pPr>
          </a:lstStyle>
          <a:p xmlns:a="http://schemas.openxmlformats.org/drawingml/2006/main">
            <a:pPr>
              <a:defRPr sz="2100" b="1">
                <a:solidFill>
                  <a:srgbClr val="102A33"/>
                </a:solidFill>
              </a:defRPr>
            </a:pPr>
            <a:r>
              <a:rPr sz="2100" b="1">
                <a:solidFill>
                  <a:srgbClr val="102A33"/>
                </a:solidFill>
              </a:rPr>
              <a:t>Browser and routing checks passed</a:t>
            </a:r>
          </a:p>
        </p:txBody>
      </p:sp>
      <p:sp>
        <p:nvSpPr>
          <p:cNvPr id="8" name="Full launcher build passes">
            <a:extLst xmlns:a="http://schemas.openxmlformats.org/drawingml/2006/main">
              <a:ext uri="{FF2B5EF4-FFF2-40B4-BE49-F238E27FC236}">
                <a16:creationId xmlns:a16="http://schemas.microsoft.com/office/drawing/2014/main" id="{2E817883-BC3D-4143-9224-EAB2045CFD23}"/>
              </a:ext>
            </a:extLst>
          </p:cNvPr>
          <p:cNvSpPr>
            <a:spLocks xmlns:a="http://schemas.openxmlformats.org/drawingml/2006/main" noGrp="1"/>
          </p:cNvSpPr>
          <p:nvPr/>
        </p:nvSpPr>
        <p:spPr>
          <a:xfrm xmlns:a="http://schemas.openxmlformats.org/drawingml/2006/main">
            <a:off x="685800" y="3705225"/>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02A33"/>
                </a:solidFill>
              </a:defRPr>
            </a:defPPr>
            <a:lvl1pPr>
              <a:defRPr sz="2250" b="1">
                <a:solidFill>
                  <a:srgbClr val="102A33"/>
                </a:solidFill>
              </a:defRPr>
            </a:lvl1pPr>
            <a:lvl2pPr>
              <a:defRPr sz="2250" b="1">
                <a:solidFill>
                  <a:srgbClr val="102A33"/>
                </a:solidFill>
              </a:defRPr>
            </a:lvl2pPr>
            <a:lvl3pPr>
              <a:defRPr sz="2250" b="1">
                <a:solidFill>
                  <a:srgbClr val="102A33"/>
                </a:solidFill>
              </a:defRPr>
            </a:lvl3pPr>
            <a:lvl4pPr>
              <a:defRPr sz="2250" b="1">
                <a:solidFill>
                  <a:srgbClr val="102A33"/>
                </a:solidFill>
              </a:defRPr>
            </a:lvl4pPr>
            <a:lvl5pPr>
              <a:defRPr sz="2250" b="1">
                <a:solidFill>
                  <a:srgbClr val="102A33"/>
                </a:solidFill>
              </a:defRPr>
            </a:lvl5pPr>
            <a:lvl6pPr>
              <a:defRPr sz="2250" b="1">
                <a:solidFill>
                  <a:srgbClr val="102A33"/>
                </a:solidFill>
              </a:defRPr>
            </a:lvl6pPr>
            <a:lvl7pPr>
              <a:defRPr sz="2250" b="1">
                <a:solidFill>
                  <a:srgbClr val="102A33"/>
                </a:solidFill>
              </a:defRPr>
            </a:lvl7pPr>
            <a:lvl8pPr>
              <a:defRPr sz="2250" b="1">
                <a:solidFill>
                  <a:srgbClr val="102A33"/>
                </a:solidFill>
              </a:defRPr>
            </a:lvl8pPr>
            <a:lvl9pPr>
              <a:defRPr sz="2250" b="1">
                <a:solidFill>
                  <a:srgbClr val="102A33"/>
                </a:solidFill>
              </a:defRPr>
            </a:lvl9pPr>
          </a:lstStyle>
          <a:p xmlns:a="http://schemas.openxmlformats.org/drawingml/2006/main">
            <a:pPr>
              <a:defRPr sz="2250" b="1">
                <a:solidFill>
                  <a:srgbClr val="102A33"/>
                </a:solidFill>
              </a:defRPr>
            </a:pPr>
            <a:r>
              <a:rPr sz="2250" b="1">
                <a:solidFill>
                  <a:srgbClr val="102A33"/>
                </a:solidFill>
              </a:rPr>
              <a:t>Full launcher build passes</a:t>
            </a:r>
          </a:p>
        </p:txBody>
      </p:sp>
      <p:sp>
        <p:nvSpPr>
          <p:cNvPr id="9" name="Real headless Chromium page inspection passes">
            <a:extLst xmlns:a="http://schemas.openxmlformats.org/drawingml/2006/main">
              <a:ext uri="{FF2B5EF4-FFF2-40B4-BE49-F238E27FC236}">
                <a16:creationId xmlns:a16="http://schemas.microsoft.com/office/drawing/2014/main" id="{68A7A872-8627-486E-A4B0-68AC3E598095}"/>
              </a:ext>
            </a:extLst>
          </p:cNvPr>
          <p:cNvSpPr>
            <a:spLocks xmlns:a="http://schemas.openxmlformats.org/drawingml/2006/main" noGrp="1"/>
          </p:cNvSpPr>
          <p:nvPr/>
        </p:nvSpPr>
        <p:spPr>
          <a:xfrm xmlns:a="http://schemas.openxmlformats.org/drawingml/2006/main">
            <a:off x="685800" y="4333875"/>
            <a:ext cx="5810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02A33"/>
                </a:solidFill>
              </a:defRPr>
            </a:defPPr>
            <a:lvl1pPr>
              <a:defRPr sz="2100" b="1">
                <a:solidFill>
                  <a:srgbClr val="102A33"/>
                </a:solidFill>
              </a:defRPr>
            </a:lvl1pPr>
            <a:lvl2pPr>
              <a:defRPr sz="2100" b="1">
                <a:solidFill>
                  <a:srgbClr val="102A33"/>
                </a:solidFill>
              </a:defRPr>
            </a:lvl2pPr>
            <a:lvl3pPr>
              <a:defRPr sz="2100" b="1">
                <a:solidFill>
                  <a:srgbClr val="102A33"/>
                </a:solidFill>
              </a:defRPr>
            </a:lvl3pPr>
            <a:lvl4pPr>
              <a:defRPr sz="2100" b="1">
                <a:solidFill>
                  <a:srgbClr val="102A33"/>
                </a:solidFill>
              </a:defRPr>
            </a:lvl4pPr>
            <a:lvl5pPr>
              <a:defRPr sz="2100" b="1">
                <a:solidFill>
                  <a:srgbClr val="102A33"/>
                </a:solidFill>
              </a:defRPr>
            </a:lvl5pPr>
            <a:lvl6pPr>
              <a:defRPr sz="2100" b="1">
                <a:solidFill>
                  <a:srgbClr val="102A33"/>
                </a:solidFill>
              </a:defRPr>
            </a:lvl6pPr>
            <a:lvl7pPr>
              <a:defRPr sz="2100" b="1">
                <a:solidFill>
                  <a:srgbClr val="102A33"/>
                </a:solidFill>
              </a:defRPr>
            </a:lvl7pPr>
            <a:lvl8pPr>
              <a:defRPr sz="2100" b="1">
                <a:solidFill>
                  <a:srgbClr val="102A33"/>
                </a:solidFill>
              </a:defRPr>
            </a:lvl8pPr>
            <a:lvl9pPr>
              <a:defRPr sz="2100" b="1">
                <a:solidFill>
                  <a:srgbClr val="102A33"/>
                </a:solidFill>
              </a:defRPr>
            </a:lvl9pPr>
          </a:lstStyle>
          <a:p xmlns:a="http://schemas.openxmlformats.org/drawingml/2006/main">
            <a:pPr>
              <a:defRPr sz="2100" b="1">
                <a:solidFill>
                  <a:srgbClr val="102A33"/>
                </a:solidFill>
              </a:defRPr>
            </a:pPr>
            <a:r>
              <a:rPr sz="2100" b="1">
                <a:solidFill>
                  <a:srgbClr val="102A33"/>
                </a:solidFill>
              </a:rPr>
              <a:t>Real headless Chromium page inspection passes</a:t>
            </a:r>
          </a:p>
        </p:txBody>
      </p:sp>
      <p:sp>
        <p:nvSpPr>
          <p:cNvPr id="10" name="Evidence from 31 October 2026">
            <a:extLst xmlns:a="http://schemas.openxmlformats.org/drawingml/2006/main">
              <a:ext uri="{FF2B5EF4-FFF2-40B4-BE49-F238E27FC236}">
                <a16:creationId xmlns:a16="http://schemas.microsoft.com/office/drawing/2014/main" id="{90FF7CEB-B47C-4517-B151-93ABB27E7164}"/>
              </a:ext>
            </a:extLst>
          </p:cNvPr>
          <p:cNvSpPr>
            <a:spLocks xmlns:a="http://schemas.openxmlformats.org/drawingml/2006/main" noGrp="1"/>
          </p:cNvSpPr>
          <p:nvPr/>
        </p:nvSpPr>
        <p:spPr>
          <a:xfrm xmlns:a="http://schemas.openxmlformats.org/drawingml/2006/main">
            <a:off x="685800" y="5705475"/>
            <a:ext cx="5810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6D"/>
                </a:solidFill>
              </a:defRPr>
            </a:defPPr>
            <a:lvl1pPr>
              <a:defRPr sz="1500" b="0">
                <a:solidFill>
                  <a:srgbClr val="52676D"/>
                </a:solidFill>
              </a:defRPr>
            </a:lvl1pPr>
            <a:lvl2pPr>
              <a:defRPr sz="1500" b="0">
                <a:solidFill>
                  <a:srgbClr val="52676D"/>
                </a:solidFill>
              </a:defRPr>
            </a:lvl2pPr>
            <a:lvl3pPr>
              <a:defRPr sz="1500" b="0">
                <a:solidFill>
                  <a:srgbClr val="52676D"/>
                </a:solidFill>
              </a:defRPr>
            </a:lvl3pPr>
            <a:lvl4pPr>
              <a:defRPr sz="1500" b="0">
                <a:solidFill>
                  <a:srgbClr val="52676D"/>
                </a:solidFill>
              </a:defRPr>
            </a:lvl4pPr>
            <a:lvl5pPr>
              <a:defRPr sz="1500" b="0">
                <a:solidFill>
                  <a:srgbClr val="52676D"/>
                </a:solidFill>
              </a:defRPr>
            </a:lvl5pPr>
            <a:lvl6pPr>
              <a:defRPr sz="1500" b="0">
                <a:solidFill>
                  <a:srgbClr val="52676D"/>
                </a:solidFill>
              </a:defRPr>
            </a:lvl6pPr>
            <a:lvl7pPr>
              <a:defRPr sz="1500" b="0">
                <a:solidFill>
                  <a:srgbClr val="52676D"/>
                </a:solidFill>
              </a:defRPr>
            </a:lvl7pPr>
            <a:lvl8pPr>
              <a:defRPr sz="1500" b="0">
                <a:solidFill>
                  <a:srgbClr val="52676D"/>
                </a:solidFill>
              </a:defRPr>
            </a:lvl8pPr>
            <a:lvl9pPr>
              <a:defRPr sz="1500" b="0">
                <a:solidFill>
                  <a:srgbClr val="52676D"/>
                </a:solidFill>
              </a:defRPr>
            </a:lvl9pPr>
          </a:lstStyle>
          <a:p xmlns:a="http://schemas.openxmlformats.org/drawingml/2006/main">
            <a:pPr>
              <a:defRPr sz="1500" b="0">
                <a:solidFill>
                  <a:srgbClr val="52676D"/>
                </a:solidFill>
              </a:defRPr>
            </a:pPr>
            <a:r>
              <a:rPr sz="1500" b="0">
                <a:solidFill>
                  <a:srgbClr val="52676D"/>
                </a:solidFill>
              </a:rPr>
              <a:t>Evidence from 31 October 2026</a:t>
            </a:r>
          </a:p>
        </p:txBody>
      </p:sp>
      <p:sp>
        <p:nvSpPr>
          <p:cNvPr id="11" name="What still needs validation">
            <a:extLst xmlns:a="http://schemas.openxmlformats.org/drawingml/2006/main">
              <a:ext uri="{FF2B5EF4-FFF2-40B4-BE49-F238E27FC236}">
                <a16:creationId xmlns:a16="http://schemas.microsoft.com/office/drawing/2014/main" id="{EC80B8D1-EFF1-429E-947F-BB55026F10A2}"/>
              </a:ext>
            </a:extLst>
          </p:cNvPr>
          <p:cNvSpPr>
            <a:spLocks xmlns:a="http://schemas.openxmlformats.org/drawingml/2006/main" noGrp="1"/>
          </p:cNvSpPr>
          <p:nvPr/>
        </p:nvSpPr>
        <p:spPr>
          <a:xfrm xmlns:a="http://schemas.openxmlformats.org/drawingml/2006/main">
            <a:off x="7219950" y="1800225"/>
            <a:ext cx="4286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02A33"/>
                </a:solidFill>
              </a:defRPr>
            </a:defPPr>
            <a:lvl1pPr>
              <a:defRPr sz="2100" b="1">
                <a:solidFill>
                  <a:srgbClr val="102A33"/>
                </a:solidFill>
              </a:defRPr>
            </a:lvl1pPr>
            <a:lvl2pPr>
              <a:defRPr sz="2100" b="1">
                <a:solidFill>
                  <a:srgbClr val="102A33"/>
                </a:solidFill>
              </a:defRPr>
            </a:lvl2pPr>
            <a:lvl3pPr>
              <a:defRPr sz="2100" b="1">
                <a:solidFill>
                  <a:srgbClr val="102A33"/>
                </a:solidFill>
              </a:defRPr>
            </a:lvl3pPr>
            <a:lvl4pPr>
              <a:defRPr sz="2100" b="1">
                <a:solidFill>
                  <a:srgbClr val="102A33"/>
                </a:solidFill>
              </a:defRPr>
            </a:lvl4pPr>
            <a:lvl5pPr>
              <a:defRPr sz="2100" b="1">
                <a:solidFill>
                  <a:srgbClr val="102A33"/>
                </a:solidFill>
              </a:defRPr>
            </a:lvl5pPr>
            <a:lvl6pPr>
              <a:defRPr sz="2100" b="1">
                <a:solidFill>
                  <a:srgbClr val="102A33"/>
                </a:solidFill>
              </a:defRPr>
            </a:lvl6pPr>
            <a:lvl7pPr>
              <a:defRPr sz="2100" b="1">
                <a:solidFill>
                  <a:srgbClr val="102A33"/>
                </a:solidFill>
              </a:defRPr>
            </a:lvl7pPr>
            <a:lvl8pPr>
              <a:defRPr sz="2100" b="1">
                <a:solidFill>
                  <a:srgbClr val="102A33"/>
                </a:solidFill>
              </a:defRPr>
            </a:lvl8pPr>
            <a:lvl9pPr>
              <a:defRPr sz="2100" b="1">
                <a:solidFill>
                  <a:srgbClr val="102A33"/>
                </a:solidFill>
              </a:defRPr>
            </a:lvl9pPr>
          </a:lstStyle>
          <a:p xmlns:a="http://schemas.openxmlformats.org/drawingml/2006/main">
            <a:pPr>
              <a:defRPr sz="2100" b="1">
                <a:solidFill>
                  <a:srgbClr val="102A33"/>
                </a:solidFill>
              </a:defRPr>
            </a:pPr>
            <a:r>
              <a:rPr sz="2100" b="1">
                <a:solidFill>
                  <a:srgbClr val="102A33"/>
                </a:solidFill>
              </a:rPr>
              <a:t>What still needs validation</a:t>
            </a:r>
          </a:p>
        </p:txBody>
      </p:sp>
      <p:sp>
        <p:nvSpPr>
          <p:cNvPr id="12" name="Live microphone and speaker acceptance&#10;on eac">
            <a:extLst xmlns:a="http://schemas.openxmlformats.org/drawingml/2006/main">
              <a:ext uri="{FF2B5EF4-FFF2-40B4-BE49-F238E27FC236}">
                <a16:creationId xmlns:a16="http://schemas.microsoft.com/office/drawing/2014/main" id="{717301D0-B37C-41F2-BAAE-88A99676D5DC}"/>
              </a:ext>
            </a:extLst>
          </p:cNvPr>
          <p:cNvSpPr>
            <a:spLocks xmlns:a="http://schemas.openxmlformats.org/drawingml/2006/main" noGrp="1"/>
          </p:cNvSpPr>
          <p:nvPr/>
        </p:nvSpPr>
        <p:spPr>
          <a:xfrm xmlns:a="http://schemas.openxmlformats.org/drawingml/2006/main">
            <a:off x="7219950" y="2505075"/>
            <a:ext cx="42862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Live microphone and speaker acceptance</a:t>
            </a:r>
          </a:p>
          <a:p xmlns:a="http://schemas.openxmlformats.org/drawingml/2006/main">
            <a:pPr>
              <a:defRPr sz="1875" b="0">
                <a:solidFill>
                  <a:srgbClr val="52676D"/>
                </a:solidFill>
              </a:defRPr>
            </a:pPr>
            <a:r>
              <a:rPr sz="1875" b="0">
                <a:solidFill>
                  <a:srgbClr val="52676D"/>
                </a:solidFill>
              </a:rPr>
              <a:t>on each target device</a:t>
            </a:r>
          </a:p>
          <a:p xmlns:a="http://schemas.openxmlformats.org/drawingml/2006/main">
            <a:r>
              <a:t/>
            </a:r>
          </a:p>
          <a:p xmlns:a="http://schemas.openxmlformats.org/drawingml/2006/main">
            <a:pPr>
              <a:defRPr sz="1875" b="0">
                <a:solidFill>
                  <a:srgbClr val="52676D"/>
                </a:solidFill>
              </a:defRPr>
            </a:pPr>
            <a:r>
              <a:rPr sz="1875" b="0">
                <a:solidFill>
                  <a:srgbClr val="52676D"/>
                </a:solidFill>
              </a:rPr>
              <a:t>Repeatable completion time under</a:t>
            </a:r>
          </a:p>
          <a:p xmlns:a="http://schemas.openxmlformats.org/drawingml/2006/main">
            <a:pPr>
              <a:defRPr sz="1875" b="0">
                <a:solidFill>
                  <a:srgbClr val="52676D"/>
                </a:solidFill>
              </a:defRPr>
            </a:pPr>
            <a:r>
              <a:rPr sz="1875" b="0">
                <a:solidFill>
                  <a:srgbClr val="52676D"/>
                </a:solidFill>
              </a:rPr>
              <a:t>local and hosted-provider conditions</a:t>
            </a:r>
          </a:p>
          <a:p xmlns:a="http://schemas.openxmlformats.org/drawingml/2006/main">
            <a:r>
              <a:t/>
            </a:r>
          </a:p>
          <a:p xmlns:a="http://schemas.openxmlformats.org/drawingml/2006/main">
            <a:pPr>
              <a:defRPr sz="1875" b="0">
                <a:solidFill>
                  <a:srgbClr val="52676D"/>
                </a:solidFill>
              </a:defRPr>
            </a:pPr>
            <a:r>
              <a:rPr sz="1875" b="0">
                <a:solidFill>
                  <a:srgbClr val="52676D"/>
                </a:solidFill>
              </a:rPr>
              <a:t>Broader repair coverage and</a:t>
            </a:r>
          </a:p>
          <a:p xmlns:a="http://schemas.openxmlformats.org/drawingml/2006/main">
            <a:pPr>
              <a:defRPr sz="1875" b="0">
                <a:solidFill>
                  <a:srgbClr val="52676D"/>
                </a:solidFill>
              </a:defRPr>
            </a:pPr>
            <a:r>
              <a:rPr sz="1875" b="0">
                <a:solidFill>
                  <a:srgbClr val="52676D"/>
                </a:solidFill>
              </a:rPr>
              <a:t>production release hardening</a:t>
            </a:r>
          </a:p>
        </p:txBody>
      </p:sp>
    </p:spTree>
    <p:extLst>
      <p:ext uri="{BB962C8B-B14F-4D97-AF65-F5344CB8AC3E}">
        <p14:creationId xmlns:p14="http://schemas.microsoft.com/office/powerpoint/2010/main" val="567385140"/>
      </p:ext>
    </p:extLst>
  </p:cSld>
</p:sld>
</file>

<file path=ppt/slides/slide1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 name="Initial adoption and business hypothesis">
            <a:extLst xmlns:a="http://schemas.openxmlformats.org/drawingml/2006/main">
              <a:ext uri="{FF2B5EF4-FFF2-40B4-BE49-F238E27FC236}">
                <a16:creationId xmlns:a16="http://schemas.microsoft.com/office/drawing/2014/main" id="{B7DD6158-1B03-4460-BA77-2C0B26DCBD01}"/>
              </a:ext>
            </a:extLst>
          </p:cNvPr>
          <p:cNvSpPr>
            <a:spLocks xmlns:a="http://schemas.openxmlformats.org/drawingml/2006/main" noGrp="1"/>
          </p:cNvSpPr>
          <p:nvPr/>
        </p:nvSpPr>
        <p:spPr>
          <a:xfrm xmlns:a="http://schemas.openxmlformats.org/drawingml/2006/main">
            <a:off x="685800" y="5524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A33"/>
                </a:solidFill>
              </a:defRPr>
            </a:defPPr>
            <a:lvl1pPr>
              <a:defRPr sz="3300" b="1">
                <a:solidFill>
                  <a:srgbClr val="102A33"/>
                </a:solidFill>
              </a:defRPr>
            </a:lvl1pPr>
            <a:lvl2pPr>
              <a:defRPr sz="3300" b="1">
                <a:solidFill>
                  <a:srgbClr val="102A33"/>
                </a:solidFill>
              </a:defRPr>
            </a:lvl2pPr>
            <a:lvl3pPr>
              <a:defRPr sz="3300" b="1">
                <a:solidFill>
                  <a:srgbClr val="102A33"/>
                </a:solidFill>
              </a:defRPr>
            </a:lvl3pPr>
            <a:lvl4pPr>
              <a:defRPr sz="3300" b="1">
                <a:solidFill>
                  <a:srgbClr val="102A33"/>
                </a:solidFill>
              </a:defRPr>
            </a:lvl4pPr>
            <a:lvl5pPr>
              <a:defRPr sz="3300" b="1">
                <a:solidFill>
                  <a:srgbClr val="102A33"/>
                </a:solidFill>
              </a:defRPr>
            </a:lvl5pPr>
            <a:lvl6pPr>
              <a:defRPr sz="3300" b="1">
                <a:solidFill>
                  <a:srgbClr val="102A33"/>
                </a:solidFill>
              </a:defRPr>
            </a:lvl6pPr>
            <a:lvl7pPr>
              <a:defRPr sz="3300" b="1">
                <a:solidFill>
                  <a:srgbClr val="102A33"/>
                </a:solidFill>
              </a:defRPr>
            </a:lvl7pPr>
            <a:lvl8pPr>
              <a:defRPr sz="3300" b="1">
                <a:solidFill>
                  <a:srgbClr val="102A33"/>
                </a:solidFill>
              </a:defRPr>
            </a:lvl8pPr>
            <a:lvl9pPr>
              <a:defRPr sz="3300" b="1">
                <a:solidFill>
                  <a:srgbClr val="102A33"/>
                </a:solidFill>
              </a:defRPr>
            </a:lvl9pPr>
          </a:lstStyle>
          <a:p xmlns:a="http://schemas.openxmlformats.org/drawingml/2006/main">
            <a:pPr>
              <a:defRPr sz="3300" b="1">
                <a:solidFill>
                  <a:srgbClr val="102A33"/>
                </a:solidFill>
              </a:defRPr>
            </a:pPr>
            <a:r>
              <a:rPr sz="3300" b="1">
                <a:solidFill>
                  <a:srgbClr val="102A33"/>
                </a:solidFill>
              </a:rPr>
              <a:t>Initial adoption and business hypothesis</a:t>
            </a:r>
          </a:p>
        </p:txBody>
      </p:sp>
      <p:sp>
        <p:nvSpPr>
          <p:cNvPr id="3" name="VANESSA">
            <a:extLst xmlns:a="http://schemas.openxmlformats.org/drawingml/2006/main">
              <a:ext uri="{FF2B5EF4-FFF2-40B4-BE49-F238E27FC236}">
                <a16:creationId xmlns:a16="http://schemas.microsoft.com/office/drawing/2014/main" id="{91D09B0B-D34E-489C-9012-E258D0B5E71A}"/>
              </a:ext>
            </a:extLst>
          </p:cNvPr>
          <p:cNvSpPr>
            <a:spLocks xmlns:a="http://schemas.openxmlformats.org/drawingml/2006/main" noGrp="1"/>
          </p:cNvSpPr>
          <p:nvPr/>
        </p:nvSpPr>
        <p:spPr>
          <a:xfrm xmlns:a="http://schemas.openxmlformats.org/drawingml/2006/main">
            <a:off x="685800" y="641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2676D"/>
                </a:solidFill>
              </a:defRPr>
            </a:defPPr>
            <a:lvl1pPr>
              <a:defRPr sz="1125" b="1">
                <a:solidFill>
                  <a:srgbClr val="52676D"/>
                </a:solidFill>
              </a:defRPr>
            </a:lvl1pPr>
            <a:lvl2pPr>
              <a:defRPr sz="1125" b="1">
                <a:solidFill>
                  <a:srgbClr val="52676D"/>
                </a:solidFill>
              </a:defRPr>
            </a:lvl2pPr>
            <a:lvl3pPr>
              <a:defRPr sz="1125" b="1">
                <a:solidFill>
                  <a:srgbClr val="52676D"/>
                </a:solidFill>
              </a:defRPr>
            </a:lvl3pPr>
            <a:lvl4pPr>
              <a:defRPr sz="1125" b="1">
                <a:solidFill>
                  <a:srgbClr val="52676D"/>
                </a:solidFill>
              </a:defRPr>
            </a:lvl4pPr>
            <a:lvl5pPr>
              <a:defRPr sz="1125" b="1">
                <a:solidFill>
                  <a:srgbClr val="52676D"/>
                </a:solidFill>
              </a:defRPr>
            </a:lvl5pPr>
            <a:lvl6pPr>
              <a:defRPr sz="1125" b="1">
                <a:solidFill>
                  <a:srgbClr val="52676D"/>
                </a:solidFill>
              </a:defRPr>
            </a:lvl6pPr>
            <a:lvl7pPr>
              <a:defRPr sz="1125" b="1">
                <a:solidFill>
                  <a:srgbClr val="52676D"/>
                </a:solidFill>
              </a:defRPr>
            </a:lvl7pPr>
            <a:lvl8pPr>
              <a:defRPr sz="1125" b="1">
                <a:solidFill>
                  <a:srgbClr val="52676D"/>
                </a:solidFill>
              </a:defRPr>
            </a:lvl8pPr>
            <a:lvl9pPr>
              <a:defRPr sz="1125" b="1">
                <a:solidFill>
                  <a:srgbClr val="52676D"/>
                </a:solidFill>
              </a:defRPr>
            </a:lvl9pPr>
          </a:lstStyle>
          <a:p xmlns:a="http://schemas.openxmlformats.org/drawingml/2006/main">
            <a:pPr>
              <a:defRPr sz="1125" b="1">
                <a:solidFill>
                  <a:srgbClr val="52676D"/>
                </a:solidFill>
              </a:defRPr>
            </a:pPr>
            <a:r>
              <a:rPr sz="1125" b="1">
                <a:solidFill>
                  <a:srgbClr val="52676D"/>
                </a:solidFill>
              </a:rPr>
              <a:t>VANESSA</a:t>
            </a:r>
          </a:p>
        </p:txBody>
      </p:sp>
      <p:sp>
        <p:nvSpPr>
          <p:cNvPr id="4" name="10 / 11">
            <a:extLst xmlns:a="http://schemas.openxmlformats.org/drawingml/2006/main">
              <a:ext uri="{FF2B5EF4-FFF2-40B4-BE49-F238E27FC236}">
                <a16:creationId xmlns:a16="http://schemas.microsoft.com/office/drawing/2014/main" id="{F90DE847-931A-4A59-8235-FF940953C897}"/>
              </a:ext>
            </a:extLst>
          </p:cNvPr>
          <p:cNvSpPr>
            <a:spLocks xmlns:a="http://schemas.openxmlformats.org/drawingml/2006/main" noGrp="1"/>
          </p:cNvSpPr>
          <p:nvPr/>
        </p:nvSpPr>
        <p:spPr>
          <a:xfrm xmlns:a="http://schemas.openxmlformats.org/drawingml/2006/main">
            <a:off x="10648950" y="64198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6D"/>
                </a:solidFill>
              </a:defRPr>
            </a:defPPr>
            <a:lvl1pPr>
              <a:defRPr sz="1125" b="0">
                <a:solidFill>
                  <a:srgbClr val="52676D"/>
                </a:solidFill>
              </a:defRPr>
            </a:lvl1pPr>
            <a:lvl2pPr>
              <a:defRPr sz="1125" b="0">
                <a:solidFill>
                  <a:srgbClr val="52676D"/>
                </a:solidFill>
              </a:defRPr>
            </a:lvl2pPr>
            <a:lvl3pPr>
              <a:defRPr sz="1125" b="0">
                <a:solidFill>
                  <a:srgbClr val="52676D"/>
                </a:solidFill>
              </a:defRPr>
            </a:lvl3pPr>
            <a:lvl4pPr>
              <a:defRPr sz="1125" b="0">
                <a:solidFill>
                  <a:srgbClr val="52676D"/>
                </a:solidFill>
              </a:defRPr>
            </a:lvl4pPr>
            <a:lvl5pPr>
              <a:defRPr sz="1125" b="0">
                <a:solidFill>
                  <a:srgbClr val="52676D"/>
                </a:solidFill>
              </a:defRPr>
            </a:lvl5pPr>
            <a:lvl6pPr>
              <a:defRPr sz="1125" b="0">
                <a:solidFill>
                  <a:srgbClr val="52676D"/>
                </a:solidFill>
              </a:defRPr>
            </a:lvl6pPr>
            <a:lvl7pPr>
              <a:defRPr sz="1125" b="0">
                <a:solidFill>
                  <a:srgbClr val="52676D"/>
                </a:solidFill>
              </a:defRPr>
            </a:lvl7pPr>
            <a:lvl8pPr>
              <a:defRPr sz="1125" b="0">
                <a:solidFill>
                  <a:srgbClr val="52676D"/>
                </a:solidFill>
              </a:defRPr>
            </a:lvl8pPr>
            <a:lvl9pPr>
              <a:defRPr sz="1125" b="0">
                <a:solidFill>
                  <a:srgbClr val="52676D"/>
                </a:solidFill>
              </a:defRPr>
            </a:lvl9pPr>
          </a:lstStyle>
          <a:p xmlns:a="http://schemas.openxmlformats.org/drawingml/2006/main">
            <a:pPr>
              <a:defRPr sz="1125" b="0">
                <a:solidFill>
                  <a:srgbClr val="52676D"/>
                </a:solidFill>
              </a:defRPr>
            </a:pPr>
            <a:r>
              <a:rPr sz="1125" b="0">
                <a:solidFill>
                  <a:srgbClr val="52676D"/>
                </a:solidFill>
              </a:rPr>
              <a:t>10 / 11</a:t>
            </a:r>
          </a:p>
        </p:txBody>
      </p:sp>
      <p:sp>
        <p:nvSpPr>
          <p:cNvPr id="5" name="Focused pilot">
            <a:extLst xmlns:a="http://schemas.openxmlformats.org/drawingml/2006/main">
              <a:ext uri="{FF2B5EF4-FFF2-40B4-BE49-F238E27FC236}">
                <a16:creationId xmlns:a16="http://schemas.microsoft.com/office/drawing/2014/main" id="{83FDF2BD-15B1-4EF0-BE13-594EFD038497}"/>
              </a:ext>
            </a:extLst>
          </p:cNvPr>
          <p:cNvSpPr>
            <a:spLocks xmlns:a="http://schemas.openxmlformats.org/drawingml/2006/main" noGrp="1"/>
          </p:cNvSpPr>
          <p:nvPr/>
        </p:nvSpPr>
        <p:spPr>
          <a:xfrm xmlns:a="http://schemas.openxmlformats.org/drawingml/2006/main">
            <a:off x="685800" y="197167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07F8B"/>
                </a:solidFill>
              </a:defRPr>
            </a:defPPr>
            <a:lvl1pPr>
              <a:defRPr sz="2550" b="1">
                <a:solidFill>
                  <a:srgbClr val="007F8B"/>
                </a:solidFill>
              </a:defRPr>
            </a:lvl1pPr>
            <a:lvl2pPr>
              <a:defRPr sz="2550" b="1">
                <a:solidFill>
                  <a:srgbClr val="007F8B"/>
                </a:solidFill>
              </a:defRPr>
            </a:lvl2pPr>
            <a:lvl3pPr>
              <a:defRPr sz="2550" b="1">
                <a:solidFill>
                  <a:srgbClr val="007F8B"/>
                </a:solidFill>
              </a:defRPr>
            </a:lvl3pPr>
            <a:lvl4pPr>
              <a:defRPr sz="2550" b="1">
                <a:solidFill>
                  <a:srgbClr val="007F8B"/>
                </a:solidFill>
              </a:defRPr>
            </a:lvl4pPr>
            <a:lvl5pPr>
              <a:defRPr sz="2550" b="1">
                <a:solidFill>
                  <a:srgbClr val="007F8B"/>
                </a:solidFill>
              </a:defRPr>
            </a:lvl5pPr>
            <a:lvl6pPr>
              <a:defRPr sz="2550" b="1">
                <a:solidFill>
                  <a:srgbClr val="007F8B"/>
                </a:solidFill>
              </a:defRPr>
            </a:lvl6pPr>
            <a:lvl7pPr>
              <a:defRPr sz="2550" b="1">
                <a:solidFill>
                  <a:srgbClr val="007F8B"/>
                </a:solidFill>
              </a:defRPr>
            </a:lvl7pPr>
            <a:lvl8pPr>
              <a:defRPr sz="2550" b="1">
                <a:solidFill>
                  <a:srgbClr val="007F8B"/>
                </a:solidFill>
              </a:defRPr>
            </a:lvl8pPr>
            <a:lvl9pPr>
              <a:defRPr sz="2550" b="1">
                <a:solidFill>
                  <a:srgbClr val="007F8B"/>
                </a:solidFill>
              </a:defRPr>
            </a:lvl9pPr>
          </a:lstStyle>
          <a:p xmlns:a="http://schemas.openxmlformats.org/drawingml/2006/main">
            <a:pPr>
              <a:defRPr sz="2550" b="1">
                <a:solidFill>
                  <a:srgbClr val="007F8B"/>
                </a:solidFill>
              </a:defRPr>
            </a:pPr>
            <a:r>
              <a:rPr sz="2550" b="1">
                <a:solidFill>
                  <a:srgbClr val="007F8B"/>
                </a:solidFill>
              </a:rPr>
              <a:t>Focused pilot</a:t>
            </a:r>
          </a:p>
        </p:txBody>
      </p:sp>
      <p:sp>
        <p:nvSpPr>
          <p:cNvPr id="6" name="Developers and engineering students&#10;start wit">
            <a:extLst xmlns:a="http://schemas.openxmlformats.org/drawingml/2006/main">
              <a:ext uri="{FF2B5EF4-FFF2-40B4-BE49-F238E27FC236}">
                <a16:creationId xmlns:a16="http://schemas.microsoft.com/office/drawing/2014/main" id="{7B45BB99-8038-4137-B997-EE11CF15EF8B}"/>
              </a:ext>
            </a:extLst>
          </p:cNvPr>
          <p:cNvSpPr>
            <a:spLocks xmlns:a="http://schemas.openxmlformats.org/drawingml/2006/main" noGrp="1"/>
          </p:cNvSpPr>
          <p:nvPr/>
        </p:nvSpPr>
        <p:spPr>
          <a:xfrm xmlns:a="http://schemas.openxmlformats.org/drawingml/2006/main">
            <a:off x="685800" y="2714625"/>
            <a:ext cx="50958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02A33"/>
                </a:solidFill>
              </a:defRPr>
            </a:defPPr>
            <a:lvl1pPr>
              <a:defRPr sz="2250" b="1">
                <a:solidFill>
                  <a:srgbClr val="102A33"/>
                </a:solidFill>
              </a:defRPr>
            </a:lvl1pPr>
            <a:lvl2pPr>
              <a:defRPr sz="2250" b="1">
                <a:solidFill>
                  <a:srgbClr val="102A33"/>
                </a:solidFill>
              </a:defRPr>
            </a:lvl2pPr>
            <a:lvl3pPr>
              <a:defRPr sz="2250" b="1">
                <a:solidFill>
                  <a:srgbClr val="102A33"/>
                </a:solidFill>
              </a:defRPr>
            </a:lvl3pPr>
            <a:lvl4pPr>
              <a:defRPr sz="2250" b="1">
                <a:solidFill>
                  <a:srgbClr val="102A33"/>
                </a:solidFill>
              </a:defRPr>
            </a:lvl4pPr>
            <a:lvl5pPr>
              <a:defRPr sz="2250" b="1">
                <a:solidFill>
                  <a:srgbClr val="102A33"/>
                </a:solidFill>
              </a:defRPr>
            </a:lvl5pPr>
            <a:lvl6pPr>
              <a:defRPr sz="2250" b="1">
                <a:solidFill>
                  <a:srgbClr val="102A33"/>
                </a:solidFill>
              </a:defRPr>
            </a:lvl6pPr>
            <a:lvl7pPr>
              <a:defRPr sz="2250" b="1">
                <a:solidFill>
                  <a:srgbClr val="102A33"/>
                </a:solidFill>
              </a:defRPr>
            </a:lvl7pPr>
            <a:lvl8pPr>
              <a:defRPr sz="2250" b="1">
                <a:solidFill>
                  <a:srgbClr val="102A33"/>
                </a:solidFill>
              </a:defRPr>
            </a:lvl8pPr>
            <a:lvl9pPr>
              <a:defRPr sz="2250" b="1">
                <a:solidFill>
                  <a:srgbClr val="102A33"/>
                </a:solidFill>
              </a:defRPr>
            </a:lvl9pPr>
          </a:lstStyle>
          <a:p xmlns:a="http://schemas.openxmlformats.org/drawingml/2006/main">
            <a:pPr>
              <a:defRPr sz="2250" b="1">
                <a:solidFill>
                  <a:srgbClr val="102A33"/>
                </a:solidFill>
              </a:defRPr>
            </a:pPr>
            <a:r>
              <a:rPr sz="2250" b="1">
                <a:solidFill>
                  <a:srgbClr val="102A33"/>
                </a:solidFill>
              </a:rPr>
              <a:t>Developers and engineering students</a:t>
            </a:r>
          </a:p>
          <a:p xmlns:a="http://schemas.openxmlformats.org/drawingml/2006/main">
            <a:pPr>
              <a:defRPr sz="2250" b="1">
                <a:solidFill>
                  <a:srgbClr val="102A33"/>
                </a:solidFill>
              </a:defRPr>
            </a:pPr>
            <a:r>
              <a:rPr sz="2250" b="1">
                <a:solidFill>
                  <a:srgbClr val="102A33"/>
                </a:solidFill>
              </a:rPr>
              <a:t>start with one repeated workflow.</a:t>
            </a:r>
          </a:p>
        </p:txBody>
      </p:sp>
      <p:sp>
        <p:nvSpPr>
          <p:cNvPr id="7" name="Test with small IT teams. Measure task&#10;comple">
            <a:extLst xmlns:a="http://schemas.openxmlformats.org/drawingml/2006/main">
              <a:ext uri="{FF2B5EF4-FFF2-40B4-BE49-F238E27FC236}">
                <a16:creationId xmlns:a16="http://schemas.microsoft.com/office/drawing/2014/main" id="{08D3452A-B423-4CD6-9CE2-A1725344AA29}"/>
              </a:ext>
            </a:extLst>
          </p:cNvPr>
          <p:cNvSpPr>
            <a:spLocks xmlns:a="http://schemas.openxmlformats.org/drawingml/2006/main" noGrp="1"/>
          </p:cNvSpPr>
          <p:nvPr/>
        </p:nvSpPr>
        <p:spPr>
          <a:xfrm xmlns:a="http://schemas.openxmlformats.org/drawingml/2006/main">
            <a:off x="685800" y="4086225"/>
            <a:ext cx="50958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2676D"/>
                </a:solidFill>
              </a:defRPr>
            </a:defPPr>
            <a:lvl1pPr>
              <a:defRPr sz="1950" b="0">
                <a:solidFill>
                  <a:srgbClr val="52676D"/>
                </a:solidFill>
              </a:defRPr>
            </a:lvl1pPr>
            <a:lvl2pPr>
              <a:defRPr sz="1950" b="0">
                <a:solidFill>
                  <a:srgbClr val="52676D"/>
                </a:solidFill>
              </a:defRPr>
            </a:lvl2pPr>
            <a:lvl3pPr>
              <a:defRPr sz="1950" b="0">
                <a:solidFill>
                  <a:srgbClr val="52676D"/>
                </a:solidFill>
              </a:defRPr>
            </a:lvl3pPr>
            <a:lvl4pPr>
              <a:defRPr sz="1950" b="0">
                <a:solidFill>
                  <a:srgbClr val="52676D"/>
                </a:solidFill>
              </a:defRPr>
            </a:lvl4pPr>
            <a:lvl5pPr>
              <a:defRPr sz="1950" b="0">
                <a:solidFill>
                  <a:srgbClr val="52676D"/>
                </a:solidFill>
              </a:defRPr>
            </a:lvl5pPr>
            <a:lvl6pPr>
              <a:defRPr sz="1950" b="0">
                <a:solidFill>
                  <a:srgbClr val="52676D"/>
                </a:solidFill>
              </a:defRPr>
            </a:lvl6pPr>
            <a:lvl7pPr>
              <a:defRPr sz="1950" b="0">
                <a:solidFill>
                  <a:srgbClr val="52676D"/>
                </a:solidFill>
              </a:defRPr>
            </a:lvl7pPr>
            <a:lvl8pPr>
              <a:defRPr sz="1950" b="0">
                <a:solidFill>
                  <a:srgbClr val="52676D"/>
                </a:solidFill>
              </a:defRPr>
            </a:lvl8pPr>
            <a:lvl9pPr>
              <a:defRPr sz="1950" b="0">
                <a:solidFill>
                  <a:srgbClr val="52676D"/>
                </a:solidFill>
              </a:defRPr>
            </a:lvl9pPr>
          </a:lstStyle>
          <a:p xmlns:a="http://schemas.openxmlformats.org/drawingml/2006/main">
            <a:pPr>
              <a:defRPr sz="1950" b="0">
                <a:solidFill>
                  <a:srgbClr val="52676D"/>
                </a:solidFill>
              </a:defRPr>
            </a:pPr>
            <a:r>
              <a:rPr sz="1950" b="0">
                <a:solidFill>
                  <a:srgbClr val="52676D"/>
                </a:solidFill>
              </a:rPr>
              <a:t>Test with small IT teams. Measure task</a:t>
            </a:r>
          </a:p>
          <a:p xmlns:a="http://schemas.openxmlformats.org/drawingml/2006/main">
            <a:pPr>
              <a:defRPr sz="1950" b="0">
                <a:solidFill>
                  <a:srgbClr val="52676D"/>
                </a:solidFill>
              </a:defRPr>
            </a:pPr>
            <a:r>
              <a:rPr sz="1950" b="0">
                <a:solidFill>
                  <a:srgbClr val="52676D"/>
                </a:solidFill>
              </a:rPr>
              <a:t>completion, approval friction and time</a:t>
            </a:r>
          </a:p>
          <a:p xmlns:a="http://schemas.openxmlformats.org/drawingml/2006/main">
            <a:pPr>
              <a:defRPr sz="1950" b="0">
                <a:solidFill>
                  <a:srgbClr val="52676D"/>
                </a:solidFill>
              </a:defRPr>
            </a:pPr>
            <a:r>
              <a:rPr sz="1950" b="0">
                <a:solidFill>
                  <a:srgbClr val="52676D"/>
                </a:solidFill>
              </a:rPr>
              <a:t>to a verifiable result before expanding.</a:t>
            </a:r>
          </a:p>
        </p:txBody>
      </p:sp>
      <p:sp>
        <p:nvSpPr>
          <p:cNvPr id="8" name="Proposed commercial path">
            <a:extLst xmlns:a="http://schemas.openxmlformats.org/drawingml/2006/main">
              <a:ext uri="{FF2B5EF4-FFF2-40B4-BE49-F238E27FC236}">
                <a16:creationId xmlns:a16="http://schemas.microsoft.com/office/drawing/2014/main" id="{FC4EF39C-F625-4538-94E6-D35BC3AFBE94}"/>
              </a:ext>
            </a:extLst>
          </p:cNvPr>
          <p:cNvSpPr>
            <a:spLocks xmlns:a="http://schemas.openxmlformats.org/drawingml/2006/main" noGrp="1"/>
          </p:cNvSpPr>
          <p:nvPr/>
        </p:nvSpPr>
        <p:spPr>
          <a:xfrm xmlns:a="http://schemas.openxmlformats.org/drawingml/2006/main">
            <a:off x="6762750" y="1971675"/>
            <a:ext cx="4743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07F8B"/>
                </a:solidFill>
              </a:defRPr>
            </a:defPPr>
            <a:lvl1pPr>
              <a:defRPr sz="2550" b="1">
                <a:solidFill>
                  <a:srgbClr val="007F8B"/>
                </a:solidFill>
              </a:defRPr>
            </a:lvl1pPr>
            <a:lvl2pPr>
              <a:defRPr sz="2550" b="1">
                <a:solidFill>
                  <a:srgbClr val="007F8B"/>
                </a:solidFill>
              </a:defRPr>
            </a:lvl2pPr>
            <a:lvl3pPr>
              <a:defRPr sz="2550" b="1">
                <a:solidFill>
                  <a:srgbClr val="007F8B"/>
                </a:solidFill>
              </a:defRPr>
            </a:lvl3pPr>
            <a:lvl4pPr>
              <a:defRPr sz="2550" b="1">
                <a:solidFill>
                  <a:srgbClr val="007F8B"/>
                </a:solidFill>
              </a:defRPr>
            </a:lvl4pPr>
            <a:lvl5pPr>
              <a:defRPr sz="2550" b="1">
                <a:solidFill>
                  <a:srgbClr val="007F8B"/>
                </a:solidFill>
              </a:defRPr>
            </a:lvl5pPr>
            <a:lvl6pPr>
              <a:defRPr sz="2550" b="1">
                <a:solidFill>
                  <a:srgbClr val="007F8B"/>
                </a:solidFill>
              </a:defRPr>
            </a:lvl6pPr>
            <a:lvl7pPr>
              <a:defRPr sz="2550" b="1">
                <a:solidFill>
                  <a:srgbClr val="007F8B"/>
                </a:solidFill>
              </a:defRPr>
            </a:lvl7pPr>
            <a:lvl8pPr>
              <a:defRPr sz="2550" b="1">
                <a:solidFill>
                  <a:srgbClr val="007F8B"/>
                </a:solidFill>
              </a:defRPr>
            </a:lvl8pPr>
            <a:lvl9pPr>
              <a:defRPr sz="2550" b="1">
                <a:solidFill>
                  <a:srgbClr val="007F8B"/>
                </a:solidFill>
              </a:defRPr>
            </a:lvl9pPr>
          </a:lstStyle>
          <a:p xmlns:a="http://schemas.openxmlformats.org/drawingml/2006/main">
            <a:pPr>
              <a:defRPr sz="2550" b="1">
                <a:solidFill>
                  <a:srgbClr val="007F8B"/>
                </a:solidFill>
              </a:defRPr>
            </a:pPr>
            <a:r>
              <a:rPr sz="2550" b="1">
                <a:solidFill>
                  <a:srgbClr val="007F8B"/>
                </a:solidFill>
              </a:rPr>
              <a:t>Proposed commercial path</a:t>
            </a:r>
          </a:p>
        </p:txBody>
      </p:sp>
      <p:sp>
        <p:nvSpPr>
          <p:cNvPr id="9" name="Individual local edition">
            <a:extLst xmlns:a="http://schemas.openxmlformats.org/drawingml/2006/main">
              <a:ext uri="{FF2B5EF4-FFF2-40B4-BE49-F238E27FC236}">
                <a16:creationId xmlns:a16="http://schemas.microsoft.com/office/drawing/2014/main" id="{E5400466-1059-42FD-B888-7DC24102136E}"/>
              </a:ext>
            </a:extLst>
          </p:cNvPr>
          <p:cNvSpPr>
            <a:spLocks xmlns:a="http://schemas.openxmlformats.org/drawingml/2006/main" noGrp="1"/>
          </p:cNvSpPr>
          <p:nvPr/>
        </p:nvSpPr>
        <p:spPr>
          <a:xfrm xmlns:a="http://schemas.openxmlformats.org/drawingml/2006/main">
            <a:off x="6762750" y="2714625"/>
            <a:ext cx="474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02A33"/>
                </a:solidFill>
              </a:defRPr>
            </a:defPPr>
            <a:lvl1pPr>
              <a:defRPr sz="2250" b="1">
                <a:solidFill>
                  <a:srgbClr val="102A33"/>
                </a:solidFill>
              </a:defRPr>
            </a:lvl1pPr>
            <a:lvl2pPr>
              <a:defRPr sz="2250" b="1">
                <a:solidFill>
                  <a:srgbClr val="102A33"/>
                </a:solidFill>
              </a:defRPr>
            </a:lvl2pPr>
            <a:lvl3pPr>
              <a:defRPr sz="2250" b="1">
                <a:solidFill>
                  <a:srgbClr val="102A33"/>
                </a:solidFill>
              </a:defRPr>
            </a:lvl3pPr>
            <a:lvl4pPr>
              <a:defRPr sz="2250" b="1">
                <a:solidFill>
                  <a:srgbClr val="102A33"/>
                </a:solidFill>
              </a:defRPr>
            </a:lvl4pPr>
            <a:lvl5pPr>
              <a:defRPr sz="2250" b="1">
                <a:solidFill>
                  <a:srgbClr val="102A33"/>
                </a:solidFill>
              </a:defRPr>
            </a:lvl5pPr>
            <a:lvl6pPr>
              <a:defRPr sz="2250" b="1">
                <a:solidFill>
                  <a:srgbClr val="102A33"/>
                </a:solidFill>
              </a:defRPr>
            </a:lvl6pPr>
            <a:lvl7pPr>
              <a:defRPr sz="2250" b="1">
                <a:solidFill>
                  <a:srgbClr val="102A33"/>
                </a:solidFill>
              </a:defRPr>
            </a:lvl7pPr>
            <a:lvl8pPr>
              <a:defRPr sz="2250" b="1">
                <a:solidFill>
                  <a:srgbClr val="102A33"/>
                </a:solidFill>
              </a:defRPr>
            </a:lvl8pPr>
            <a:lvl9pPr>
              <a:defRPr sz="2250" b="1">
                <a:solidFill>
                  <a:srgbClr val="102A33"/>
                </a:solidFill>
              </a:defRPr>
            </a:lvl9pPr>
          </a:lstStyle>
          <a:p xmlns:a="http://schemas.openxmlformats.org/drawingml/2006/main">
            <a:pPr>
              <a:defRPr sz="2250" b="1">
                <a:solidFill>
                  <a:srgbClr val="102A33"/>
                </a:solidFill>
              </a:defRPr>
            </a:pPr>
            <a:r>
              <a:rPr sz="2250" b="1">
                <a:solidFill>
                  <a:srgbClr val="102A33"/>
                </a:solidFill>
              </a:rPr>
              <a:t>Individual local edition</a:t>
            </a:r>
          </a:p>
        </p:txBody>
      </p:sp>
      <p:sp>
        <p:nvSpPr>
          <p:cNvPr id="10" name="Lower the barrier to trying voice workflows.">
            <a:extLst xmlns:a="http://schemas.openxmlformats.org/drawingml/2006/main">
              <a:ext uri="{FF2B5EF4-FFF2-40B4-BE49-F238E27FC236}">
                <a16:creationId xmlns:a16="http://schemas.microsoft.com/office/drawing/2014/main" id="{527C3718-8F50-4BBC-963E-4C8325521074}"/>
              </a:ext>
            </a:extLst>
          </p:cNvPr>
          <p:cNvSpPr>
            <a:spLocks xmlns:a="http://schemas.openxmlformats.org/drawingml/2006/main" noGrp="1"/>
          </p:cNvSpPr>
          <p:nvPr/>
        </p:nvSpPr>
        <p:spPr>
          <a:xfrm xmlns:a="http://schemas.openxmlformats.org/drawingml/2006/main">
            <a:off x="6762750" y="3238500"/>
            <a:ext cx="4743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Lower the barrier to trying voice workflows.</a:t>
            </a:r>
          </a:p>
        </p:txBody>
      </p:sp>
      <p:sp>
        <p:nvSpPr>
          <p:cNvPr id="11" name="Team workflow subscription">
            <a:extLst xmlns:a="http://schemas.openxmlformats.org/drawingml/2006/main">
              <a:ext uri="{FF2B5EF4-FFF2-40B4-BE49-F238E27FC236}">
                <a16:creationId xmlns:a16="http://schemas.microsoft.com/office/drawing/2014/main" id="{489AC1B3-D4F7-45E4-8EF9-0F67F2769457}"/>
              </a:ext>
            </a:extLst>
          </p:cNvPr>
          <p:cNvSpPr>
            <a:spLocks xmlns:a="http://schemas.openxmlformats.org/drawingml/2006/main" noGrp="1"/>
          </p:cNvSpPr>
          <p:nvPr/>
        </p:nvSpPr>
        <p:spPr>
          <a:xfrm xmlns:a="http://schemas.openxmlformats.org/drawingml/2006/main">
            <a:off x="6762750" y="4200525"/>
            <a:ext cx="474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02A33"/>
                </a:solidFill>
              </a:defRPr>
            </a:defPPr>
            <a:lvl1pPr>
              <a:defRPr sz="2250" b="1">
                <a:solidFill>
                  <a:srgbClr val="102A33"/>
                </a:solidFill>
              </a:defRPr>
            </a:lvl1pPr>
            <a:lvl2pPr>
              <a:defRPr sz="2250" b="1">
                <a:solidFill>
                  <a:srgbClr val="102A33"/>
                </a:solidFill>
              </a:defRPr>
            </a:lvl2pPr>
            <a:lvl3pPr>
              <a:defRPr sz="2250" b="1">
                <a:solidFill>
                  <a:srgbClr val="102A33"/>
                </a:solidFill>
              </a:defRPr>
            </a:lvl3pPr>
            <a:lvl4pPr>
              <a:defRPr sz="2250" b="1">
                <a:solidFill>
                  <a:srgbClr val="102A33"/>
                </a:solidFill>
              </a:defRPr>
            </a:lvl4pPr>
            <a:lvl5pPr>
              <a:defRPr sz="2250" b="1">
                <a:solidFill>
                  <a:srgbClr val="102A33"/>
                </a:solidFill>
              </a:defRPr>
            </a:lvl5pPr>
            <a:lvl6pPr>
              <a:defRPr sz="2250" b="1">
                <a:solidFill>
                  <a:srgbClr val="102A33"/>
                </a:solidFill>
              </a:defRPr>
            </a:lvl6pPr>
            <a:lvl7pPr>
              <a:defRPr sz="2250" b="1">
                <a:solidFill>
                  <a:srgbClr val="102A33"/>
                </a:solidFill>
              </a:defRPr>
            </a:lvl7pPr>
            <a:lvl8pPr>
              <a:defRPr sz="2250" b="1">
                <a:solidFill>
                  <a:srgbClr val="102A33"/>
                </a:solidFill>
              </a:defRPr>
            </a:lvl8pPr>
            <a:lvl9pPr>
              <a:defRPr sz="2250" b="1">
                <a:solidFill>
                  <a:srgbClr val="102A33"/>
                </a:solidFill>
              </a:defRPr>
            </a:lvl9pPr>
          </a:lstStyle>
          <a:p xmlns:a="http://schemas.openxmlformats.org/drawingml/2006/main">
            <a:pPr>
              <a:defRPr sz="2250" b="1">
                <a:solidFill>
                  <a:srgbClr val="102A33"/>
                </a:solidFill>
              </a:defRPr>
            </a:pPr>
            <a:r>
              <a:rPr sz="2250" b="1">
                <a:solidFill>
                  <a:srgbClr val="102A33"/>
                </a:solidFill>
              </a:rPr>
              <a:t>Team workflow subscription</a:t>
            </a:r>
          </a:p>
        </p:txBody>
      </p:sp>
      <p:sp>
        <p:nvSpPr>
          <p:cNvPr id="12" name="Shared operation packs, administration&#10;and de">
            <a:extLst xmlns:a="http://schemas.openxmlformats.org/drawingml/2006/main">
              <a:ext uri="{FF2B5EF4-FFF2-40B4-BE49-F238E27FC236}">
                <a16:creationId xmlns:a16="http://schemas.microsoft.com/office/drawing/2014/main" id="{98FED54E-92AA-45DF-8D7A-2B7E3F878DDE}"/>
              </a:ext>
            </a:extLst>
          </p:cNvPr>
          <p:cNvSpPr>
            <a:spLocks xmlns:a="http://schemas.openxmlformats.org/drawingml/2006/main" noGrp="1"/>
          </p:cNvSpPr>
          <p:nvPr/>
        </p:nvSpPr>
        <p:spPr>
          <a:xfrm xmlns:a="http://schemas.openxmlformats.org/drawingml/2006/main">
            <a:off x="6762750" y="4724400"/>
            <a:ext cx="4743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6D"/>
                </a:solidFill>
              </a:defRPr>
            </a:defPPr>
            <a:lvl1pPr>
              <a:defRPr sz="1875" b="0">
                <a:solidFill>
                  <a:srgbClr val="52676D"/>
                </a:solidFill>
              </a:defRPr>
            </a:lvl1pPr>
            <a:lvl2pPr>
              <a:defRPr sz="1875" b="0">
                <a:solidFill>
                  <a:srgbClr val="52676D"/>
                </a:solidFill>
              </a:defRPr>
            </a:lvl2pPr>
            <a:lvl3pPr>
              <a:defRPr sz="1875" b="0">
                <a:solidFill>
                  <a:srgbClr val="52676D"/>
                </a:solidFill>
              </a:defRPr>
            </a:lvl3pPr>
            <a:lvl4pPr>
              <a:defRPr sz="1875" b="0">
                <a:solidFill>
                  <a:srgbClr val="52676D"/>
                </a:solidFill>
              </a:defRPr>
            </a:lvl4pPr>
            <a:lvl5pPr>
              <a:defRPr sz="1875" b="0">
                <a:solidFill>
                  <a:srgbClr val="52676D"/>
                </a:solidFill>
              </a:defRPr>
            </a:lvl5pPr>
            <a:lvl6pPr>
              <a:defRPr sz="1875" b="0">
                <a:solidFill>
                  <a:srgbClr val="52676D"/>
                </a:solidFill>
              </a:defRPr>
            </a:lvl6pPr>
            <a:lvl7pPr>
              <a:defRPr sz="1875" b="0">
                <a:solidFill>
                  <a:srgbClr val="52676D"/>
                </a:solidFill>
              </a:defRPr>
            </a:lvl7pPr>
            <a:lvl8pPr>
              <a:defRPr sz="1875" b="0">
                <a:solidFill>
                  <a:srgbClr val="52676D"/>
                </a:solidFill>
              </a:defRPr>
            </a:lvl8pPr>
            <a:lvl9pPr>
              <a:defRPr sz="1875" b="0">
                <a:solidFill>
                  <a:srgbClr val="52676D"/>
                </a:solidFill>
              </a:defRPr>
            </a:lvl9pPr>
          </a:lstStyle>
          <a:p xmlns:a="http://schemas.openxmlformats.org/drawingml/2006/main">
            <a:pPr>
              <a:defRPr sz="1875" b="0">
                <a:solidFill>
                  <a:srgbClr val="52676D"/>
                </a:solidFill>
              </a:defRPr>
            </a:pPr>
            <a:r>
              <a:rPr sz="1875" b="0">
                <a:solidFill>
                  <a:srgbClr val="52676D"/>
                </a:solidFill>
              </a:rPr>
              <a:t>Shared operation packs, administration</a:t>
            </a:r>
          </a:p>
          <a:p xmlns:a="http://schemas.openxmlformats.org/drawingml/2006/main">
            <a:pPr>
              <a:defRPr sz="1875" b="0">
                <a:solidFill>
                  <a:srgbClr val="52676D"/>
                </a:solidFill>
              </a:defRPr>
            </a:pPr>
            <a:r>
              <a:rPr sz="1875" b="0">
                <a:solidFill>
                  <a:srgbClr val="52676D"/>
                </a:solidFill>
              </a:rPr>
              <a:t>and deployment support.</a:t>
            </a:r>
          </a:p>
        </p:txBody>
      </p:sp>
      <p:sp>
        <p:nvSpPr>
          <p:cNvPr id="13" name="Commercial hypothesis. Pricing, demand and wi">
            <a:extLst xmlns:a="http://schemas.openxmlformats.org/drawingml/2006/main">
              <a:ext uri="{FF2B5EF4-FFF2-40B4-BE49-F238E27FC236}">
                <a16:creationId xmlns:a16="http://schemas.microsoft.com/office/drawing/2014/main" id="{3411FBDF-6373-4846-8590-030148B1858D}"/>
              </a:ext>
            </a:extLst>
          </p:cNvPr>
          <p:cNvSpPr>
            <a:spLocks xmlns:a="http://schemas.openxmlformats.org/drawingml/2006/main" noGrp="1"/>
          </p:cNvSpPr>
          <p:nvPr/>
        </p:nvSpPr>
        <p:spPr>
          <a:xfrm xmlns:a="http://schemas.openxmlformats.org/drawingml/2006/main">
            <a:off x="685800" y="59721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6D"/>
                </a:solidFill>
              </a:defRPr>
            </a:defPPr>
            <a:lvl1pPr>
              <a:defRPr sz="1500" b="0">
                <a:solidFill>
                  <a:srgbClr val="52676D"/>
                </a:solidFill>
              </a:defRPr>
            </a:lvl1pPr>
            <a:lvl2pPr>
              <a:defRPr sz="1500" b="0">
                <a:solidFill>
                  <a:srgbClr val="52676D"/>
                </a:solidFill>
              </a:defRPr>
            </a:lvl2pPr>
            <a:lvl3pPr>
              <a:defRPr sz="1500" b="0">
                <a:solidFill>
                  <a:srgbClr val="52676D"/>
                </a:solidFill>
              </a:defRPr>
            </a:lvl3pPr>
            <a:lvl4pPr>
              <a:defRPr sz="1500" b="0">
                <a:solidFill>
                  <a:srgbClr val="52676D"/>
                </a:solidFill>
              </a:defRPr>
            </a:lvl4pPr>
            <a:lvl5pPr>
              <a:defRPr sz="1500" b="0">
                <a:solidFill>
                  <a:srgbClr val="52676D"/>
                </a:solidFill>
              </a:defRPr>
            </a:lvl5pPr>
            <a:lvl6pPr>
              <a:defRPr sz="1500" b="0">
                <a:solidFill>
                  <a:srgbClr val="52676D"/>
                </a:solidFill>
              </a:defRPr>
            </a:lvl6pPr>
            <a:lvl7pPr>
              <a:defRPr sz="1500" b="0">
                <a:solidFill>
                  <a:srgbClr val="52676D"/>
                </a:solidFill>
              </a:defRPr>
            </a:lvl7pPr>
            <a:lvl8pPr>
              <a:defRPr sz="1500" b="0">
                <a:solidFill>
                  <a:srgbClr val="52676D"/>
                </a:solidFill>
              </a:defRPr>
            </a:lvl8pPr>
            <a:lvl9pPr>
              <a:defRPr sz="1500" b="0">
                <a:solidFill>
                  <a:srgbClr val="52676D"/>
                </a:solidFill>
              </a:defRPr>
            </a:lvl9pPr>
          </a:lstStyle>
          <a:p xmlns:a="http://schemas.openxmlformats.org/drawingml/2006/main">
            <a:pPr>
              <a:defRPr sz="1500" b="0">
                <a:solidFill>
                  <a:srgbClr val="52676D"/>
                </a:solidFill>
              </a:defRPr>
            </a:pPr>
            <a:r>
              <a:rPr sz="1500" b="0">
                <a:solidFill>
                  <a:srgbClr val="52676D"/>
                </a:solidFill>
              </a:rPr>
              <a:t>Commercial hypothesis. Pricing, demand and willingness to pay are not yet validated.</a:t>
            </a:r>
          </a:p>
        </p:txBody>
      </p:sp>
    </p:spTree>
    <p:extLst>
      <p:ext uri="{BB962C8B-B14F-4D97-AF65-F5344CB8AC3E}">
        <p14:creationId xmlns:p14="http://schemas.microsoft.com/office/powerpoint/2010/main" val="698385772"/>
      </p:ext>
    </p:extLst>
  </p:cSld>
</p:sld>
</file>

<file path=ppt/slides/slide11.xml><?xml version="1.0" encoding="utf-8"?>
<p:sld xmlns:p="http://schemas.openxmlformats.org/presentationml/2006/main">
  <p:cSld>
    <p:bg>
      <p:bgPr>
        <a:solidFill xmlns:a="http://schemas.openxmlformats.org/drawingml/2006/main">
          <a:srgbClr val="07191F"/>
        </a:solidFill>
      </p:bgPr>
    </p:bg>
    <p:spTree>
      <p:nvGrpSpPr>
        <p:cNvPr id="1" name=""/>
        <p:cNvGrpSpPr/>
        <p:nvPr/>
      </p:nvGrpSpPr>
      <p:grpSpPr>
        <a:xfrm xmlns:a="http://schemas.openxmlformats.org/drawingml/2006/main"/>
      </p:grpSpPr>
      <p:sp>
        <p:nvSpPr>
          <p:cNvPr id="2" name="Next milestone: repeatable real-world executi">
            <a:extLst xmlns:a="http://schemas.openxmlformats.org/drawingml/2006/main">
              <a:ext uri="{FF2B5EF4-FFF2-40B4-BE49-F238E27FC236}">
                <a16:creationId xmlns:a16="http://schemas.microsoft.com/office/drawing/2014/main" id="{91AA2E69-FBC5-444A-8547-B6B6D2519C18}"/>
              </a:ext>
            </a:extLst>
          </p:cNvPr>
          <p:cNvSpPr>
            <a:spLocks xmlns:a="http://schemas.openxmlformats.org/drawingml/2006/main" noGrp="1"/>
          </p:cNvSpPr>
          <p:nvPr/>
        </p:nvSpPr>
        <p:spPr>
          <a:xfrm xmlns:a="http://schemas.openxmlformats.org/drawingml/2006/main">
            <a:off x="685800" y="5524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6F8F5"/>
                </a:solidFill>
              </a:defRPr>
            </a:defPPr>
            <a:lvl1pPr>
              <a:defRPr sz="3300" b="1">
                <a:solidFill>
                  <a:srgbClr val="F6F8F5"/>
                </a:solidFill>
              </a:defRPr>
            </a:lvl1pPr>
            <a:lvl2pPr>
              <a:defRPr sz="3300" b="1">
                <a:solidFill>
                  <a:srgbClr val="F6F8F5"/>
                </a:solidFill>
              </a:defRPr>
            </a:lvl2pPr>
            <a:lvl3pPr>
              <a:defRPr sz="3300" b="1">
                <a:solidFill>
                  <a:srgbClr val="F6F8F5"/>
                </a:solidFill>
              </a:defRPr>
            </a:lvl3pPr>
            <a:lvl4pPr>
              <a:defRPr sz="3300" b="1">
                <a:solidFill>
                  <a:srgbClr val="F6F8F5"/>
                </a:solidFill>
              </a:defRPr>
            </a:lvl4pPr>
            <a:lvl5pPr>
              <a:defRPr sz="3300" b="1">
                <a:solidFill>
                  <a:srgbClr val="F6F8F5"/>
                </a:solidFill>
              </a:defRPr>
            </a:lvl5pPr>
            <a:lvl6pPr>
              <a:defRPr sz="3300" b="1">
                <a:solidFill>
                  <a:srgbClr val="F6F8F5"/>
                </a:solidFill>
              </a:defRPr>
            </a:lvl6pPr>
            <a:lvl7pPr>
              <a:defRPr sz="3300" b="1">
                <a:solidFill>
                  <a:srgbClr val="F6F8F5"/>
                </a:solidFill>
              </a:defRPr>
            </a:lvl7pPr>
            <a:lvl8pPr>
              <a:defRPr sz="3300" b="1">
                <a:solidFill>
                  <a:srgbClr val="F6F8F5"/>
                </a:solidFill>
              </a:defRPr>
            </a:lvl8pPr>
            <a:lvl9pPr>
              <a:defRPr sz="3300" b="1">
                <a:solidFill>
                  <a:srgbClr val="F6F8F5"/>
                </a:solidFill>
              </a:defRPr>
            </a:lvl9pPr>
          </a:lstStyle>
          <a:p xmlns:a="http://schemas.openxmlformats.org/drawingml/2006/main">
            <a:pPr>
              <a:defRPr sz="3300" b="1">
                <a:solidFill>
                  <a:srgbClr val="F6F8F5"/>
                </a:solidFill>
              </a:defRPr>
            </a:pPr>
            <a:r>
              <a:rPr sz="3300" b="1">
                <a:solidFill>
                  <a:srgbClr val="F6F8F5"/>
                </a:solidFill>
              </a:rPr>
              <a:t>Next milestone: repeatable real-world execution</a:t>
            </a:r>
          </a:p>
        </p:txBody>
      </p:sp>
      <p:sp>
        <p:nvSpPr>
          <p:cNvPr id="3" name="VANESSA">
            <a:extLst xmlns:a="http://schemas.openxmlformats.org/drawingml/2006/main">
              <a:ext uri="{FF2B5EF4-FFF2-40B4-BE49-F238E27FC236}">
                <a16:creationId xmlns:a16="http://schemas.microsoft.com/office/drawing/2014/main" id="{716B7DD9-0ED2-4560-A3DF-2B9EE26AA0D9}"/>
              </a:ext>
            </a:extLst>
          </p:cNvPr>
          <p:cNvSpPr>
            <a:spLocks xmlns:a="http://schemas.openxmlformats.org/drawingml/2006/main" noGrp="1"/>
          </p:cNvSpPr>
          <p:nvPr/>
        </p:nvSpPr>
        <p:spPr>
          <a:xfrm xmlns:a="http://schemas.openxmlformats.org/drawingml/2006/main">
            <a:off x="685800" y="641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8BA9AF"/>
                </a:solidFill>
              </a:defRPr>
            </a:defPPr>
            <a:lvl1pPr>
              <a:defRPr sz="1125" b="1">
                <a:solidFill>
                  <a:srgbClr val="8BA9AF"/>
                </a:solidFill>
              </a:defRPr>
            </a:lvl1pPr>
            <a:lvl2pPr>
              <a:defRPr sz="1125" b="1">
                <a:solidFill>
                  <a:srgbClr val="8BA9AF"/>
                </a:solidFill>
              </a:defRPr>
            </a:lvl2pPr>
            <a:lvl3pPr>
              <a:defRPr sz="1125" b="1">
                <a:solidFill>
                  <a:srgbClr val="8BA9AF"/>
                </a:solidFill>
              </a:defRPr>
            </a:lvl3pPr>
            <a:lvl4pPr>
              <a:defRPr sz="1125" b="1">
                <a:solidFill>
                  <a:srgbClr val="8BA9AF"/>
                </a:solidFill>
              </a:defRPr>
            </a:lvl4pPr>
            <a:lvl5pPr>
              <a:defRPr sz="1125" b="1">
                <a:solidFill>
                  <a:srgbClr val="8BA9AF"/>
                </a:solidFill>
              </a:defRPr>
            </a:lvl5pPr>
            <a:lvl6pPr>
              <a:defRPr sz="1125" b="1">
                <a:solidFill>
                  <a:srgbClr val="8BA9AF"/>
                </a:solidFill>
              </a:defRPr>
            </a:lvl6pPr>
            <a:lvl7pPr>
              <a:defRPr sz="1125" b="1">
                <a:solidFill>
                  <a:srgbClr val="8BA9AF"/>
                </a:solidFill>
              </a:defRPr>
            </a:lvl7pPr>
            <a:lvl8pPr>
              <a:defRPr sz="1125" b="1">
                <a:solidFill>
                  <a:srgbClr val="8BA9AF"/>
                </a:solidFill>
              </a:defRPr>
            </a:lvl8pPr>
            <a:lvl9pPr>
              <a:defRPr sz="1125" b="1">
                <a:solidFill>
                  <a:srgbClr val="8BA9AF"/>
                </a:solidFill>
              </a:defRPr>
            </a:lvl9pPr>
          </a:lstStyle>
          <a:p xmlns:a="http://schemas.openxmlformats.org/drawingml/2006/main">
            <a:pPr>
              <a:defRPr sz="1125" b="1">
                <a:solidFill>
                  <a:srgbClr val="8BA9AF"/>
                </a:solidFill>
              </a:defRPr>
            </a:pPr>
            <a:r>
              <a:rPr sz="1125" b="1">
                <a:solidFill>
                  <a:srgbClr val="8BA9AF"/>
                </a:solidFill>
              </a:rPr>
              <a:t>VANESSA</a:t>
            </a:r>
          </a:p>
        </p:txBody>
      </p:sp>
      <p:sp>
        <p:nvSpPr>
          <p:cNvPr id="4" name="11 / 11">
            <a:extLst xmlns:a="http://schemas.openxmlformats.org/drawingml/2006/main">
              <a:ext uri="{FF2B5EF4-FFF2-40B4-BE49-F238E27FC236}">
                <a16:creationId xmlns:a16="http://schemas.microsoft.com/office/drawing/2014/main" id="{F202B2B1-4A22-48FD-A875-8884E49C7D3E}"/>
              </a:ext>
            </a:extLst>
          </p:cNvPr>
          <p:cNvSpPr>
            <a:spLocks xmlns:a="http://schemas.openxmlformats.org/drawingml/2006/main" noGrp="1"/>
          </p:cNvSpPr>
          <p:nvPr/>
        </p:nvSpPr>
        <p:spPr>
          <a:xfrm xmlns:a="http://schemas.openxmlformats.org/drawingml/2006/main">
            <a:off x="10648950" y="64198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8BA9AF"/>
                </a:solidFill>
              </a:defRPr>
            </a:defPPr>
            <a:lvl1pPr>
              <a:defRPr sz="1125" b="0">
                <a:solidFill>
                  <a:srgbClr val="8BA9AF"/>
                </a:solidFill>
              </a:defRPr>
            </a:lvl1pPr>
            <a:lvl2pPr>
              <a:defRPr sz="1125" b="0">
                <a:solidFill>
                  <a:srgbClr val="8BA9AF"/>
                </a:solidFill>
              </a:defRPr>
            </a:lvl2pPr>
            <a:lvl3pPr>
              <a:defRPr sz="1125" b="0">
                <a:solidFill>
                  <a:srgbClr val="8BA9AF"/>
                </a:solidFill>
              </a:defRPr>
            </a:lvl3pPr>
            <a:lvl4pPr>
              <a:defRPr sz="1125" b="0">
                <a:solidFill>
                  <a:srgbClr val="8BA9AF"/>
                </a:solidFill>
              </a:defRPr>
            </a:lvl4pPr>
            <a:lvl5pPr>
              <a:defRPr sz="1125" b="0">
                <a:solidFill>
                  <a:srgbClr val="8BA9AF"/>
                </a:solidFill>
              </a:defRPr>
            </a:lvl5pPr>
            <a:lvl6pPr>
              <a:defRPr sz="1125" b="0">
                <a:solidFill>
                  <a:srgbClr val="8BA9AF"/>
                </a:solidFill>
              </a:defRPr>
            </a:lvl6pPr>
            <a:lvl7pPr>
              <a:defRPr sz="1125" b="0">
                <a:solidFill>
                  <a:srgbClr val="8BA9AF"/>
                </a:solidFill>
              </a:defRPr>
            </a:lvl7pPr>
            <a:lvl8pPr>
              <a:defRPr sz="1125" b="0">
                <a:solidFill>
                  <a:srgbClr val="8BA9AF"/>
                </a:solidFill>
              </a:defRPr>
            </a:lvl8pPr>
            <a:lvl9pPr>
              <a:defRPr sz="1125" b="0">
                <a:solidFill>
                  <a:srgbClr val="8BA9AF"/>
                </a:solidFill>
              </a:defRPr>
            </a:lvl9pPr>
          </a:lstStyle>
          <a:p xmlns:a="http://schemas.openxmlformats.org/drawingml/2006/main">
            <a:pPr>
              <a:defRPr sz="1125" b="0">
                <a:solidFill>
                  <a:srgbClr val="8BA9AF"/>
                </a:solidFill>
              </a:defRPr>
            </a:pPr>
            <a:r>
              <a:rPr sz="1125" b="0">
                <a:solidFill>
                  <a:srgbClr val="8BA9AF"/>
                </a:solidFill>
              </a:rPr>
              <a:t>11 / 11</a:t>
            </a:r>
          </a:p>
        </p:txBody>
      </p:sp>
      <p:sp>
        <p:nvSpPr>
          <p:cNvPr id="5" name="Reliability">
            <a:extLst xmlns:a="http://schemas.openxmlformats.org/drawingml/2006/main">
              <a:ext uri="{FF2B5EF4-FFF2-40B4-BE49-F238E27FC236}">
                <a16:creationId xmlns:a16="http://schemas.microsoft.com/office/drawing/2014/main" id="{5599EAD1-EEA3-49CC-8061-2462D9F7BC5C}"/>
              </a:ext>
            </a:extLst>
          </p:cNvPr>
          <p:cNvSpPr>
            <a:spLocks xmlns:a="http://schemas.openxmlformats.org/drawingml/2006/main" noGrp="1"/>
          </p:cNvSpPr>
          <p:nvPr/>
        </p:nvSpPr>
        <p:spPr>
          <a:xfrm xmlns:a="http://schemas.openxmlformats.org/drawingml/2006/main">
            <a:off x="685800" y="202882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68DFE2"/>
                </a:solidFill>
              </a:defRPr>
            </a:defPPr>
            <a:lvl1pPr>
              <a:defRPr sz="2250" b="1">
                <a:solidFill>
                  <a:srgbClr val="68DFE2"/>
                </a:solidFill>
              </a:defRPr>
            </a:lvl1pPr>
            <a:lvl2pPr>
              <a:defRPr sz="2250" b="1">
                <a:solidFill>
                  <a:srgbClr val="68DFE2"/>
                </a:solidFill>
              </a:defRPr>
            </a:lvl2pPr>
            <a:lvl3pPr>
              <a:defRPr sz="2250" b="1">
                <a:solidFill>
                  <a:srgbClr val="68DFE2"/>
                </a:solidFill>
              </a:defRPr>
            </a:lvl3pPr>
            <a:lvl4pPr>
              <a:defRPr sz="2250" b="1">
                <a:solidFill>
                  <a:srgbClr val="68DFE2"/>
                </a:solidFill>
              </a:defRPr>
            </a:lvl4pPr>
            <a:lvl5pPr>
              <a:defRPr sz="2250" b="1">
                <a:solidFill>
                  <a:srgbClr val="68DFE2"/>
                </a:solidFill>
              </a:defRPr>
            </a:lvl5pPr>
            <a:lvl6pPr>
              <a:defRPr sz="2250" b="1">
                <a:solidFill>
                  <a:srgbClr val="68DFE2"/>
                </a:solidFill>
              </a:defRPr>
            </a:lvl6pPr>
            <a:lvl7pPr>
              <a:defRPr sz="2250" b="1">
                <a:solidFill>
                  <a:srgbClr val="68DFE2"/>
                </a:solidFill>
              </a:defRPr>
            </a:lvl7pPr>
            <a:lvl8pPr>
              <a:defRPr sz="2250" b="1">
                <a:solidFill>
                  <a:srgbClr val="68DFE2"/>
                </a:solidFill>
              </a:defRPr>
            </a:lvl8pPr>
            <a:lvl9pPr>
              <a:defRPr sz="2250" b="1">
                <a:solidFill>
                  <a:srgbClr val="68DFE2"/>
                </a:solidFill>
              </a:defRPr>
            </a:lvl9pPr>
          </a:lstStyle>
          <a:p xmlns:a="http://schemas.openxmlformats.org/drawingml/2006/main">
            <a:pPr>
              <a:defRPr sz="2250" b="1">
                <a:solidFill>
                  <a:srgbClr val="68DFE2"/>
                </a:solidFill>
              </a:defRPr>
            </a:pPr>
            <a:r>
              <a:rPr sz="2250" b="1">
                <a:solidFill>
                  <a:srgbClr val="68DFE2"/>
                </a:solidFill>
              </a:rPr>
              <a:t>Reliability</a:t>
            </a:r>
          </a:p>
        </p:txBody>
      </p:sp>
      <p:sp>
        <p:nvSpPr>
          <p:cNvPr id="6" name="Validate complete voice-to-action runs&#10;on rep">
            <a:extLst xmlns:a="http://schemas.openxmlformats.org/drawingml/2006/main">
              <a:ext uri="{FF2B5EF4-FFF2-40B4-BE49-F238E27FC236}">
                <a16:creationId xmlns:a16="http://schemas.microsoft.com/office/drawing/2014/main" id="{51DC5E94-C42C-49C6-B800-198483E22043}"/>
              </a:ext>
            </a:extLst>
          </p:cNvPr>
          <p:cNvSpPr>
            <a:spLocks xmlns:a="http://schemas.openxmlformats.org/drawingml/2006/main" noGrp="1"/>
          </p:cNvSpPr>
          <p:nvPr/>
        </p:nvSpPr>
        <p:spPr>
          <a:xfrm xmlns:a="http://schemas.openxmlformats.org/drawingml/2006/main">
            <a:off x="685800" y="2514600"/>
            <a:ext cx="5095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4C8CD"/>
                </a:solidFill>
              </a:defRPr>
            </a:defPPr>
            <a:lvl1pPr>
              <a:defRPr sz="1875" b="0">
                <a:solidFill>
                  <a:srgbClr val="B4C8CD"/>
                </a:solidFill>
              </a:defRPr>
            </a:lvl1pPr>
            <a:lvl2pPr>
              <a:defRPr sz="1875" b="0">
                <a:solidFill>
                  <a:srgbClr val="B4C8CD"/>
                </a:solidFill>
              </a:defRPr>
            </a:lvl2pPr>
            <a:lvl3pPr>
              <a:defRPr sz="1875" b="0">
                <a:solidFill>
                  <a:srgbClr val="B4C8CD"/>
                </a:solidFill>
              </a:defRPr>
            </a:lvl3pPr>
            <a:lvl4pPr>
              <a:defRPr sz="1875" b="0">
                <a:solidFill>
                  <a:srgbClr val="B4C8CD"/>
                </a:solidFill>
              </a:defRPr>
            </a:lvl4pPr>
            <a:lvl5pPr>
              <a:defRPr sz="1875" b="0">
                <a:solidFill>
                  <a:srgbClr val="B4C8CD"/>
                </a:solidFill>
              </a:defRPr>
            </a:lvl5pPr>
            <a:lvl6pPr>
              <a:defRPr sz="1875" b="0">
                <a:solidFill>
                  <a:srgbClr val="B4C8CD"/>
                </a:solidFill>
              </a:defRPr>
            </a:lvl6pPr>
            <a:lvl7pPr>
              <a:defRPr sz="1875" b="0">
                <a:solidFill>
                  <a:srgbClr val="B4C8CD"/>
                </a:solidFill>
              </a:defRPr>
            </a:lvl7pPr>
            <a:lvl8pPr>
              <a:defRPr sz="1875" b="0">
                <a:solidFill>
                  <a:srgbClr val="B4C8CD"/>
                </a:solidFill>
              </a:defRPr>
            </a:lvl8pPr>
            <a:lvl9pPr>
              <a:defRPr sz="1875" b="0">
                <a:solidFill>
                  <a:srgbClr val="B4C8CD"/>
                </a:solidFill>
              </a:defRPr>
            </a:lvl9pPr>
          </a:lstStyle>
          <a:p xmlns:a="http://schemas.openxmlformats.org/drawingml/2006/main">
            <a:pPr>
              <a:defRPr sz="1875" b="0">
                <a:solidFill>
                  <a:srgbClr val="B4C8CD"/>
                </a:solidFill>
              </a:defRPr>
            </a:pPr>
            <a:r>
              <a:rPr sz="1875" b="0">
                <a:solidFill>
                  <a:srgbClr val="B4C8CD"/>
                </a:solidFill>
              </a:rPr>
              <a:t>Validate complete voice-to-action runs</a:t>
            </a:r>
          </a:p>
          <a:p xmlns:a="http://schemas.openxmlformats.org/drawingml/2006/main">
            <a:pPr>
              <a:defRPr sz="1875" b="0">
                <a:solidFill>
                  <a:srgbClr val="B4C8CD"/>
                </a:solidFill>
              </a:defRPr>
            </a:pPr>
            <a:r>
              <a:rPr sz="1875" b="0">
                <a:solidFill>
                  <a:srgbClr val="B4C8CD"/>
                </a:solidFill>
              </a:rPr>
              <a:t>on representative Windows devices.</a:t>
            </a:r>
          </a:p>
        </p:txBody>
      </p:sp>
      <p:sp>
        <p:nvSpPr>
          <p:cNvPr id="7" name="Pilot workflows">
            <a:extLst xmlns:a="http://schemas.openxmlformats.org/drawingml/2006/main">
              <a:ext uri="{FF2B5EF4-FFF2-40B4-BE49-F238E27FC236}">
                <a16:creationId xmlns:a16="http://schemas.microsoft.com/office/drawing/2014/main" id="{020FF0BE-CD29-4382-B029-617EEB1D8207}"/>
              </a:ext>
            </a:extLst>
          </p:cNvPr>
          <p:cNvSpPr>
            <a:spLocks xmlns:a="http://schemas.openxmlformats.org/drawingml/2006/main" noGrp="1"/>
          </p:cNvSpPr>
          <p:nvPr/>
        </p:nvSpPr>
        <p:spPr>
          <a:xfrm xmlns:a="http://schemas.openxmlformats.org/drawingml/2006/main">
            <a:off x="685800" y="320992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68DFE2"/>
                </a:solidFill>
              </a:defRPr>
            </a:defPPr>
            <a:lvl1pPr>
              <a:defRPr sz="2250" b="1">
                <a:solidFill>
                  <a:srgbClr val="68DFE2"/>
                </a:solidFill>
              </a:defRPr>
            </a:lvl1pPr>
            <a:lvl2pPr>
              <a:defRPr sz="2250" b="1">
                <a:solidFill>
                  <a:srgbClr val="68DFE2"/>
                </a:solidFill>
              </a:defRPr>
            </a:lvl2pPr>
            <a:lvl3pPr>
              <a:defRPr sz="2250" b="1">
                <a:solidFill>
                  <a:srgbClr val="68DFE2"/>
                </a:solidFill>
              </a:defRPr>
            </a:lvl3pPr>
            <a:lvl4pPr>
              <a:defRPr sz="2250" b="1">
                <a:solidFill>
                  <a:srgbClr val="68DFE2"/>
                </a:solidFill>
              </a:defRPr>
            </a:lvl4pPr>
            <a:lvl5pPr>
              <a:defRPr sz="2250" b="1">
                <a:solidFill>
                  <a:srgbClr val="68DFE2"/>
                </a:solidFill>
              </a:defRPr>
            </a:lvl5pPr>
            <a:lvl6pPr>
              <a:defRPr sz="2250" b="1">
                <a:solidFill>
                  <a:srgbClr val="68DFE2"/>
                </a:solidFill>
              </a:defRPr>
            </a:lvl6pPr>
            <a:lvl7pPr>
              <a:defRPr sz="2250" b="1">
                <a:solidFill>
                  <a:srgbClr val="68DFE2"/>
                </a:solidFill>
              </a:defRPr>
            </a:lvl7pPr>
            <a:lvl8pPr>
              <a:defRPr sz="2250" b="1">
                <a:solidFill>
                  <a:srgbClr val="68DFE2"/>
                </a:solidFill>
              </a:defRPr>
            </a:lvl8pPr>
            <a:lvl9pPr>
              <a:defRPr sz="2250" b="1">
                <a:solidFill>
                  <a:srgbClr val="68DFE2"/>
                </a:solidFill>
              </a:defRPr>
            </a:lvl9pPr>
          </a:lstStyle>
          <a:p xmlns:a="http://schemas.openxmlformats.org/drawingml/2006/main">
            <a:pPr>
              <a:defRPr sz="2250" b="1">
                <a:solidFill>
                  <a:srgbClr val="68DFE2"/>
                </a:solidFill>
              </a:defRPr>
            </a:pPr>
            <a:r>
              <a:rPr sz="2250" b="1">
                <a:solidFill>
                  <a:srgbClr val="68DFE2"/>
                </a:solidFill>
              </a:rPr>
              <a:t>Pilot workflows</a:t>
            </a:r>
          </a:p>
        </p:txBody>
      </p:sp>
      <p:sp>
        <p:nvSpPr>
          <p:cNvPr id="8" name="Measure completion and failure recovery&#10;with ">
            <a:extLst xmlns:a="http://schemas.openxmlformats.org/drawingml/2006/main">
              <a:ext uri="{FF2B5EF4-FFF2-40B4-BE49-F238E27FC236}">
                <a16:creationId xmlns:a16="http://schemas.microsoft.com/office/drawing/2014/main" id="{3D45C259-7D6E-4AE5-AB33-BD7A8DC1D699}"/>
              </a:ext>
            </a:extLst>
          </p:cNvPr>
          <p:cNvSpPr>
            <a:spLocks xmlns:a="http://schemas.openxmlformats.org/drawingml/2006/main" noGrp="1"/>
          </p:cNvSpPr>
          <p:nvPr/>
        </p:nvSpPr>
        <p:spPr>
          <a:xfrm xmlns:a="http://schemas.openxmlformats.org/drawingml/2006/main">
            <a:off x="685800" y="3695700"/>
            <a:ext cx="5095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4C8CD"/>
                </a:solidFill>
              </a:defRPr>
            </a:defPPr>
            <a:lvl1pPr>
              <a:defRPr sz="1875" b="0">
                <a:solidFill>
                  <a:srgbClr val="B4C8CD"/>
                </a:solidFill>
              </a:defRPr>
            </a:lvl1pPr>
            <a:lvl2pPr>
              <a:defRPr sz="1875" b="0">
                <a:solidFill>
                  <a:srgbClr val="B4C8CD"/>
                </a:solidFill>
              </a:defRPr>
            </a:lvl2pPr>
            <a:lvl3pPr>
              <a:defRPr sz="1875" b="0">
                <a:solidFill>
                  <a:srgbClr val="B4C8CD"/>
                </a:solidFill>
              </a:defRPr>
            </a:lvl3pPr>
            <a:lvl4pPr>
              <a:defRPr sz="1875" b="0">
                <a:solidFill>
                  <a:srgbClr val="B4C8CD"/>
                </a:solidFill>
              </a:defRPr>
            </a:lvl4pPr>
            <a:lvl5pPr>
              <a:defRPr sz="1875" b="0">
                <a:solidFill>
                  <a:srgbClr val="B4C8CD"/>
                </a:solidFill>
              </a:defRPr>
            </a:lvl5pPr>
            <a:lvl6pPr>
              <a:defRPr sz="1875" b="0">
                <a:solidFill>
                  <a:srgbClr val="B4C8CD"/>
                </a:solidFill>
              </a:defRPr>
            </a:lvl6pPr>
            <a:lvl7pPr>
              <a:defRPr sz="1875" b="0">
                <a:solidFill>
                  <a:srgbClr val="B4C8CD"/>
                </a:solidFill>
              </a:defRPr>
            </a:lvl7pPr>
            <a:lvl8pPr>
              <a:defRPr sz="1875" b="0">
                <a:solidFill>
                  <a:srgbClr val="B4C8CD"/>
                </a:solidFill>
              </a:defRPr>
            </a:lvl8pPr>
            <a:lvl9pPr>
              <a:defRPr sz="1875" b="0">
                <a:solidFill>
                  <a:srgbClr val="B4C8CD"/>
                </a:solidFill>
              </a:defRPr>
            </a:lvl9pPr>
          </a:lstStyle>
          <a:p xmlns:a="http://schemas.openxmlformats.org/drawingml/2006/main">
            <a:pPr>
              <a:defRPr sz="1875" b="0">
                <a:solidFill>
                  <a:srgbClr val="B4C8CD"/>
                </a:solidFill>
              </a:defRPr>
            </a:pPr>
            <a:r>
              <a:rPr sz="1875" b="0">
                <a:solidFill>
                  <a:srgbClr val="B4C8CD"/>
                </a:solidFill>
              </a:rPr>
              <a:t>Measure completion and failure recovery</a:t>
            </a:r>
          </a:p>
          <a:p xmlns:a="http://schemas.openxmlformats.org/drawingml/2006/main">
            <a:pPr>
              <a:defRPr sz="1875" b="0">
                <a:solidFill>
                  <a:srgbClr val="B4C8CD"/>
                </a:solidFill>
              </a:defRPr>
            </a:pPr>
            <a:r>
              <a:rPr sz="1875" b="0">
                <a:solidFill>
                  <a:srgbClr val="B4C8CD"/>
                </a:solidFill>
              </a:rPr>
              <a:t>with developer and IT users.</a:t>
            </a:r>
          </a:p>
        </p:txBody>
      </p:sp>
      <p:sp>
        <p:nvSpPr>
          <p:cNvPr id="9" name="Broader coverage">
            <a:extLst xmlns:a="http://schemas.openxmlformats.org/drawingml/2006/main">
              <a:ext uri="{FF2B5EF4-FFF2-40B4-BE49-F238E27FC236}">
                <a16:creationId xmlns:a16="http://schemas.microsoft.com/office/drawing/2014/main" id="{F111A95F-77EF-4C0C-9CB6-5F514C6DB3D7}"/>
              </a:ext>
            </a:extLst>
          </p:cNvPr>
          <p:cNvSpPr>
            <a:spLocks xmlns:a="http://schemas.openxmlformats.org/drawingml/2006/main" noGrp="1"/>
          </p:cNvSpPr>
          <p:nvPr/>
        </p:nvSpPr>
        <p:spPr>
          <a:xfrm xmlns:a="http://schemas.openxmlformats.org/drawingml/2006/main">
            <a:off x="685800" y="439102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68DFE2"/>
                </a:solidFill>
              </a:defRPr>
            </a:defPPr>
            <a:lvl1pPr>
              <a:defRPr sz="2250" b="1">
                <a:solidFill>
                  <a:srgbClr val="68DFE2"/>
                </a:solidFill>
              </a:defRPr>
            </a:lvl1pPr>
            <a:lvl2pPr>
              <a:defRPr sz="2250" b="1">
                <a:solidFill>
                  <a:srgbClr val="68DFE2"/>
                </a:solidFill>
              </a:defRPr>
            </a:lvl2pPr>
            <a:lvl3pPr>
              <a:defRPr sz="2250" b="1">
                <a:solidFill>
                  <a:srgbClr val="68DFE2"/>
                </a:solidFill>
              </a:defRPr>
            </a:lvl3pPr>
            <a:lvl4pPr>
              <a:defRPr sz="2250" b="1">
                <a:solidFill>
                  <a:srgbClr val="68DFE2"/>
                </a:solidFill>
              </a:defRPr>
            </a:lvl4pPr>
            <a:lvl5pPr>
              <a:defRPr sz="2250" b="1">
                <a:solidFill>
                  <a:srgbClr val="68DFE2"/>
                </a:solidFill>
              </a:defRPr>
            </a:lvl5pPr>
            <a:lvl6pPr>
              <a:defRPr sz="2250" b="1">
                <a:solidFill>
                  <a:srgbClr val="68DFE2"/>
                </a:solidFill>
              </a:defRPr>
            </a:lvl6pPr>
            <a:lvl7pPr>
              <a:defRPr sz="2250" b="1">
                <a:solidFill>
                  <a:srgbClr val="68DFE2"/>
                </a:solidFill>
              </a:defRPr>
            </a:lvl7pPr>
            <a:lvl8pPr>
              <a:defRPr sz="2250" b="1">
                <a:solidFill>
                  <a:srgbClr val="68DFE2"/>
                </a:solidFill>
              </a:defRPr>
            </a:lvl8pPr>
            <a:lvl9pPr>
              <a:defRPr sz="2250" b="1">
                <a:solidFill>
                  <a:srgbClr val="68DFE2"/>
                </a:solidFill>
              </a:defRPr>
            </a:lvl9pPr>
          </a:lstStyle>
          <a:p xmlns:a="http://schemas.openxmlformats.org/drawingml/2006/main">
            <a:pPr>
              <a:defRPr sz="2250" b="1">
                <a:solidFill>
                  <a:srgbClr val="68DFE2"/>
                </a:solidFill>
              </a:defRPr>
            </a:pPr>
            <a:r>
              <a:rPr sz="2250" b="1">
                <a:solidFill>
                  <a:srgbClr val="68DFE2"/>
                </a:solidFill>
              </a:rPr>
              <a:t>Broader coverage</a:t>
            </a:r>
          </a:p>
        </p:txBody>
      </p:sp>
      <p:sp>
        <p:nvSpPr>
          <p:cNvPr id="10" name="Expand reviewed operations and&#10;improve instal">
            <a:extLst xmlns:a="http://schemas.openxmlformats.org/drawingml/2006/main">
              <a:ext uri="{FF2B5EF4-FFF2-40B4-BE49-F238E27FC236}">
                <a16:creationId xmlns:a16="http://schemas.microsoft.com/office/drawing/2014/main" id="{D89288F8-B8E1-472C-84AB-6DD2E878DB3E}"/>
              </a:ext>
            </a:extLst>
          </p:cNvPr>
          <p:cNvSpPr>
            <a:spLocks xmlns:a="http://schemas.openxmlformats.org/drawingml/2006/main" noGrp="1"/>
          </p:cNvSpPr>
          <p:nvPr/>
        </p:nvSpPr>
        <p:spPr>
          <a:xfrm xmlns:a="http://schemas.openxmlformats.org/drawingml/2006/main">
            <a:off x="685800" y="4876800"/>
            <a:ext cx="5095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4C8CD"/>
                </a:solidFill>
              </a:defRPr>
            </a:defPPr>
            <a:lvl1pPr>
              <a:defRPr sz="1875" b="0">
                <a:solidFill>
                  <a:srgbClr val="B4C8CD"/>
                </a:solidFill>
              </a:defRPr>
            </a:lvl1pPr>
            <a:lvl2pPr>
              <a:defRPr sz="1875" b="0">
                <a:solidFill>
                  <a:srgbClr val="B4C8CD"/>
                </a:solidFill>
              </a:defRPr>
            </a:lvl2pPr>
            <a:lvl3pPr>
              <a:defRPr sz="1875" b="0">
                <a:solidFill>
                  <a:srgbClr val="B4C8CD"/>
                </a:solidFill>
              </a:defRPr>
            </a:lvl3pPr>
            <a:lvl4pPr>
              <a:defRPr sz="1875" b="0">
                <a:solidFill>
                  <a:srgbClr val="B4C8CD"/>
                </a:solidFill>
              </a:defRPr>
            </a:lvl4pPr>
            <a:lvl5pPr>
              <a:defRPr sz="1875" b="0">
                <a:solidFill>
                  <a:srgbClr val="B4C8CD"/>
                </a:solidFill>
              </a:defRPr>
            </a:lvl5pPr>
            <a:lvl6pPr>
              <a:defRPr sz="1875" b="0">
                <a:solidFill>
                  <a:srgbClr val="B4C8CD"/>
                </a:solidFill>
              </a:defRPr>
            </a:lvl6pPr>
            <a:lvl7pPr>
              <a:defRPr sz="1875" b="0">
                <a:solidFill>
                  <a:srgbClr val="B4C8CD"/>
                </a:solidFill>
              </a:defRPr>
            </a:lvl7pPr>
            <a:lvl8pPr>
              <a:defRPr sz="1875" b="0">
                <a:solidFill>
                  <a:srgbClr val="B4C8CD"/>
                </a:solidFill>
              </a:defRPr>
            </a:lvl8pPr>
            <a:lvl9pPr>
              <a:defRPr sz="1875" b="0">
                <a:solidFill>
                  <a:srgbClr val="B4C8CD"/>
                </a:solidFill>
              </a:defRPr>
            </a:lvl9pPr>
          </a:lstStyle>
          <a:p xmlns:a="http://schemas.openxmlformats.org/drawingml/2006/main">
            <a:pPr>
              <a:defRPr sz="1875" b="0">
                <a:solidFill>
                  <a:srgbClr val="B4C8CD"/>
                </a:solidFill>
              </a:defRPr>
            </a:pPr>
            <a:r>
              <a:rPr sz="1875" b="0">
                <a:solidFill>
                  <a:srgbClr val="B4C8CD"/>
                </a:solidFill>
              </a:rPr>
              <a:t>Expand reviewed operations and</a:t>
            </a:r>
          </a:p>
          <a:p xmlns:a="http://schemas.openxmlformats.org/drawingml/2006/main">
            <a:pPr>
              <a:defRPr sz="1875" b="0">
                <a:solidFill>
                  <a:srgbClr val="B4C8CD"/>
                </a:solidFill>
              </a:defRPr>
            </a:pPr>
            <a:r>
              <a:rPr sz="1875" b="0">
                <a:solidFill>
                  <a:srgbClr val="B4C8CD"/>
                </a:solidFill>
              </a:rPr>
              <a:t>improve installation and release trust.</a:t>
            </a:r>
          </a:p>
        </p:txBody>
      </p:sp>
      <p:sp>
        <p:nvSpPr>
          <p:cNvPr id="11" name="Seeking pilot teams&#10;and workflow feedback">
            <a:extLst xmlns:a="http://schemas.openxmlformats.org/drawingml/2006/main">
              <a:ext uri="{FF2B5EF4-FFF2-40B4-BE49-F238E27FC236}">
                <a16:creationId xmlns:a16="http://schemas.microsoft.com/office/drawing/2014/main" id="{255D7AF4-AE01-4680-A11D-24F96B1A17F7}"/>
              </a:ext>
            </a:extLst>
          </p:cNvPr>
          <p:cNvSpPr>
            <a:spLocks xmlns:a="http://schemas.openxmlformats.org/drawingml/2006/main" noGrp="1"/>
          </p:cNvSpPr>
          <p:nvPr/>
        </p:nvSpPr>
        <p:spPr>
          <a:xfrm xmlns:a="http://schemas.openxmlformats.org/drawingml/2006/main">
            <a:off x="7124700" y="2200275"/>
            <a:ext cx="4381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F6F8F5"/>
                </a:solidFill>
              </a:defRPr>
            </a:defPPr>
            <a:lvl1pPr>
              <a:defRPr sz="3225" b="1">
                <a:solidFill>
                  <a:srgbClr val="F6F8F5"/>
                </a:solidFill>
              </a:defRPr>
            </a:lvl1pPr>
            <a:lvl2pPr>
              <a:defRPr sz="3225" b="1">
                <a:solidFill>
                  <a:srgbClr val="F6F8F5"/>
                </a:solidFill>
              </a:defRPr>
            </a:lvl2pPr>
            <a:lvl3pPr>
              <a:defRPr sz="3225" b="1">
                <a:solidFill>
                  <a:srgbClr val="F6F8F5"/>
                </a:solidFill>
              </a:defRPr>
            </a:lvl3pPr>
            <a:lvl4pPr>
              <a:defRPr sz="3225" b="1">
                <a:solidFill>
                  <a:srgbClr val="F6F8F5"/>
                </a:solidFill>
              </a:defRPr>
            </a:lvl4pPr>
            <a:lvl5pPr>
              <a:defRPr sz="3225" b="1">
                <a:solidFill>
                  <a:srgbClr val="F6F8F5"/>
                </a:solidFill>
              </a:defRPr>
            </a:lvl5pPr>
            <a:lvl6pPr>
              <a:defRPr sz="3225" b="1">
                <a:solidFill>
                  <a:srgbClr val="F6F8F5"/>
                </a:solidFill>
              </a:defRPr>
            </a:lvl6pPr>
            <a:lvl7pPr>
              <a:defRPr sz="3225" b="1">
                <a:solidFill>
                  <a:srgbClr val="F6F8F5"/>
                </a:solidFill>
              </a:defRPr>
            </a:lvl7pPr>
            <a:lvl8pPr>
              <a:defRPr sz="3225" b="1">
                <a:solidFill>
                  <a:srgbClr val="F6F8F5"/>
                </a:solidFill>
              </a:defRPr>
            </a:lvl8pPr>
            <a:lvl9pPr>
              <a:defRPr sz="3225" b="1">
                <a:solidFill>
                  <a:srgbClr val="F6F8F5"/>
                </a:solidFill>
              </a:defRPr>
            </a:lvl9pPr>
          </a:lstStyle>
          <a:p xmlns:a="http://schemas.openxmlformats.org/drawingml/2006/main">
            <a:pPr>
              <a:defRPr sz="3225" b="1">
                <a:solidFill>
                  <a:srgbClr val="F6F8F5"/>
                </a:solidFill>
              </a:defRPr>
            </a:pPr>
            <a:r>
              <a:rPr sz="3225" b="1">
                <a:solidFill>
                  <a:srgbClr val="F6F8F5"/>
                </a:solidFill>
              </a:rPr>
              <a:t>Seeking pilot teams</a:t>
            </a:r>
          </a:p>
          <a:p xmlns:a="http://schemas.openxmlformats.org/drawingml/2006/main">
            <a:pPr>
              <a:defRPr sz="3225" b="1">
                <a:solidFill>
                  <a:srgbClr val="F6F8F5"/>
                </a:solidFill>
              </a:defRPr>
            </a:pPr>
            <a:r>
              <a:rPr sz="3225" b="1">
                <a:solidFill>
                  <a:srgbClr val="F6F8F5"/>
                </a:solidFill>
              </a:rPr>
              <a:t>and workflow feedback</a:t>
            </a:r>
          </a:p>
        </p:txBody>
      </p:sp>
      <p:sp>
        <p:nvSpPr>
          <p:cNvPr id="12" name="A voice interface for engineering work&#10;that k">
            <a:extLst xmlns:a="http://schemas.openxmlformats.org/drawingml/2006/main">
              <a:ext uri="{FF2B5EF4-FFF2-40B4-BE49-F238E27FC236}">
                <a16:creationId xmlns:a16="http://schemas.microsoft.com/office/drawing/2014/main" id="{533241BC-648D-4252-A4F6-1127BE46B79A}"/>
              </a:ext>
            </a:extLst>
          </p:cNvPr>
          <p:cNvSpPr>
            <a:spLocks xmlns:a="http://schemas.openxmlformats.org/drawingml/2006/main" noGrp="1"/>
          </p:cNvSpPr>
          <p:nvPr/>
        </p:nvSpPr>
        <p:spPr>
          <a:xfrm xmlns:a="http://schemas.openxmlformats.org/drawingml/2006/main">
            <a:off x="7124700" y="4076700"/>
            <a:ext cx="4381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B4C8CD"/>
                </a:solidFill>
              </a:defRPr>
            </a:defPPr>
            <a:lvl1pPr>
              <a:defRPr sz="2100" b="0">
                <a:solidFill>
                  <a:srgbClr val="B4C8CD"/>
                </a:solidFill>
              </a:defRPr>
            </a:lvl1pPr>
            <a:lvl2pPr>
              <a:defRPr sz="2100" b="0">
                <a:solidFill>
                  <a:srgbClr val="B4C8CD"/>
                </a:solidFill>
              </a:defRPr>
            </a:lvl2pPr>
            <a:lvl3pPr>
              <a:defRPr sz="2100" b="0">
                <a:solidFill>
                  <a:srgbClr val="B4C8CD"/>
                </a:solidFill>
              </a:defRPr>
            </a:lvl3pPr>
            <a:lvl4pPr>
              <a:defRPr sz="2100" b="0">
                <a:solidFill>
                  <a:srgbClr val="B4C8CD"/>
                </a:solidFill>
              </a:defRPr>
            </a:lvl4pPr>
            <a:lvl5pPr>
              <a:defRPr sz="2100" b="0">
                <a:solidFill>
                  <a:srgbClr val="B4C8CD"/>
                </a:solidFill>
              </a:defRPr>
            </a:lvl5pPr>
            <a:lvl6pPr>
              <a:defRPr sz="2100" b="0">
                <a:solidFill>
                  <a:srgbClr val="B4C8CD"/>
                </a:solidFill>
              </a:defRPr>
            </a:lvl6pPr>
            <a:lvl7pPr>
              <a:defRPr sz="2100" b="0">
                <a:solidFill>
                  <a:srgbClr val="B4C8CD"/>
                </a:solidFill>
              </a:defRPr>
            </a:lvl7pPr>
            <a:lvl8pPr>
              <a:defRPr sz="2100" b="0">
                <a:solidFill>
                  <a:srgbClr val="B4C8CD"/>
                </a:solidFill>
              </a:defRPr>
            </a:lvl8pPr>
            <a:lvl9pPr>
              <a:defRPr sz="2100" b="0">
                <a:solidFill>
                  <a:srgbClr val="B4C8CD"/>
                </a:solidFill>
              </a:defRPr>
            </a:lvl9pPr>
          </a:lstStyle>
          <a:p xmlns:a="http://schemas.openxmlformats.org/drawingml/2006/main">
            <a:pPr>
              <a:defRPr sz="2100" b="0">
                <a:solidFill>
                  <a:srgbClr val="B4C8CD"/>
                </a:solidFill>
              </a:defRPr>
            </a:pPr>
            <a:r>
              <a:rPr sz="2100" b="0">
                <a:solidFill>
                  <a:srgbClr val="B4C8CD"/>
                </a:solidFill>
              </a:rPr>
              <a:t>A voice interface for engineering work</a:t>
            </a:r>
          </a:p>
          <a:p xmlns:a="http://schemas.openxmlformats.org/drawingml/2006/main">
            <a:pPr>
              <a:defRPr sz="2100" b="0">
                <a:solidFill>
                  <a:srgbClr val="B4C8CD"/>
                </a:solidFill>
              </a:defRPr>
            </a:pPr>
            <a:r>
              <a:rPr sz="2100" b="0">
                <a:solidFill>
                  <a:srgbClr val="B4C8CD"/>
                </a:solidFill>
              </a:rPr>
              <a:t>that keeps the user in control.</a:t>
            </a:r>
          </a:p>
        </p:txBody>
      </p:sp>
      <p:sp>
        <p:nvSpPr>
          <p:cNvPr id="13" name="Project repository">
            <a:extLst xmlns:a="http://schemas.openxmlformats.org/drawingml/2006/main">
              <a:ext uri="{FF2B5EF4-FFF2-40B4-BE49-F238E27FC236}">
                <a16:creationId xmlns:a16="http://schemas.microsoft.com/office/drawing/2014/main" id="{B3750A16-3780-4665-8455-B15850CB02C0}"/>
              </a:ext>
            </a:extLst>
          </p:cNvPr>
          <p:cNvSpPr>
            <a:spLocks xmlns:a="http://schemas.openxmlformats.org/drawingml/2006/main" noGrp="1"/>
          </p:cNvSpPr>
          <p:nvPr/>
        </p:nvSpPr>
        <p:spPr>
          <a:xfrm xmlns:a="http://schemas.openxmlformats.org/drawingml/2006/main">
            <a:off x="7124700" y="55054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68DFE2"/>
                </a:solidFill>
              </a:defRPr>
            </a:defPPr>
            <a:lvl1pPr>
              <a:defRPr sz="1425" b="1">
                <a:solidFill>
                  <a:srgbClr val="68DFE2"/>
                </a:solidFill>
              </a:defRPr>
            </a:lvl1pPr>
            <a:lvl2pPr>
              <a:defRPr sz="1425" b="1">
                <a:solidFill>
                  <a:srgbClr val="68DFE2"/>
                </a:solidFill>
              </a:defRPr>
            </a:lvl2pPr>
            <a:lvl3pPr>
              <a:defRPr sz="1425" b="1">
                <a:solidFill>
                  <a:srgbClr val="68DFE2"/>
                </a:solidFill>
              </a:defRPr>
            </a:lvl3pPr>
            <a:lvl4pPr>
              <a:defRPr sz="1425" b="1">
                <a:solidFill>
                  <a:srgbClr val="68DFE2"/>
                </a:solidFill>
              </a:defRPr>
            </a:lvl4pPr>
            <a:lvl5pPr>
              <a:defRPr sz="1425" b="1">
                <a:solidFill>
                  <a:srgbClr val="68DFE2"/>
                </a:solidFill>
              </a:defRPr>
            </a:lvl5pPr>
            <a:lvl6pPr>
              <a:defRPr sz="1425" b="1">
                <a:solidFill>
                  <a:srgbClr val="68DFE2"/>
                </a:solidFill>
              </a:defRPr>
            </a:lvl6pPr>
            <a:lvl7pPr>
              <a:defRPr sz="1425" b="1">
                <a:solidFill>
                  <a:srgbClr val="68DFE2"/>
                </a:solidFill>
              </a:defRPr>
            </a:lvl7pPr>
            <a:lvl8pPr>
              <a:defRPr sz="1425" b="1">
                <a:solidFill>
                  <a:srgbClr val="68DFE2"/>
                </a:solidFill>
              </a:defRPr>
            </a:lvl8pPr>
            <a:lvl9pPr>
              <a:defRPr sz="1425" b="1">
                <a:solidFill>
                  <a:srgbClr val="68DFE2"/>
                </a:solidFill>
              </a:defRPr>
            </a:lvl9pPr>
          </a:lstStyle>
          <a:p xmlns:a="http://schemas.openxmlformats.org/drawingml/2006/main">
            <a:pPr>
              <a:defRPr sz="1425" b="1">
                <a:solidFill>
                  <a:srgbClr val="68DFE2"/>
                </a:solidFill>
              </a:defRPr>
            </a:pPr>
            <a:r>
              <a:rPr sz="1425" b="1">
                <a:solidFill>
                  <a:srgbClr val="68DFE2"/>
                </a:solidFill>
              </a:rPr>
              <a:t>Project repository</a:t>
            </a:r>
          </a:p>
        </p:txBody>
      </p:sp>
      <p:sp>
        <p:nvSpPr>
          <p:cNvPr id="14" name="github.com/Kshitij-Tripathi87/&#10;Project_Vaness">
            <a:extLst xmlns:a="http://schemas.openxmlformats.org/drawingml/2006/main">
              <a:ext uri="{FF2B5EF4-FFF2-40B4-BE49-F238E27FC236}">
                <a16:creationId xmlns:a16="http://schemas.microsoft.com/office/drawing/2014/main" id="{BE577002-5F9A-47F0-9341-D0C77B400B36}"/>
              </a:ext>
            </a:extLst>
          </p:cNvPr>
          <p:cNvSpPr>
            <a:spLocks xmlns:a="http://schemas.openxmlformats.org/drawingml/2006/main" noGrp="1"/>
          </p:cNvSpPr>
          <p:nvPr/>
        </p:nvSpPr>
        <p:spPr>
          <a:xfrm xmlns:a="http://schemas.openxmlformats.org/drawingml/2006/main">
            <a:off x="7124700" y="5886450"/>
            <a:ext cx="438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F6F8F5"/>
                </a:solidFill>
              </a:defRPr>
            </a:defPPr>
            <a:lvl1pPr>
              <a:defRPr sz="1575" b="0">
                <a:solidFill>
                  <a:srgbClr val="F6F8F5"/>
                </a:solidFill>
              </a:defRPr>
            </a:lvl1pPr>
            <a:lvl2pPr>
              <a:defRPr sz="1575" b="0">
                <a:solidFill>
                  <a:srgbClr val="F6F8F5"/>
                </a:solidFill>
              </a:defRPr>
            </a:lvl2pPr>
            <a:lvl3pPr>
              <a:defRPr sz="1575" b="0">
                <a:solidFill>
                  <a:srgbClr val="F6F8F5"/>
                </a:solidFill>
              </a:defRPr>
            </a:lvl3pPr>
            <a:lvl4pPr>
              <a:defRPr sz="1575" b="0">
                <a:solidFill>
                  <a:srgbClr val="F6F8F5"/>
                </a:solidFill>
              </a:defRPr>
            </a:lvl4pPr>
            <a:lvl5pPr>
              <a:defRPr sz="1575" b="0">
                <a:solidFill>
                  <a:srgbClr val="F6F8F5"/>
                </a:solidFill>
              </a:defRPr>
            </a:lvl5pPr>
            <a:lvl6pPr>
              <a:defRPr sz="1575" b="0">
                <a:solidFill>
                  <a:srgbClr val="F6F8F5"/>
                </a:solidFill>
              </a:defRPr>
            </a:lvl6pPr>
            <a:lvl7pPr>
              <a:defRPr sz="1575" b="0">
                <a:solidFill>
                  <a:srgbClr val="F6F8F5"/>
                </a:solidFill>
              </a:defRPr>
            </a:lvl7pPr>
            <a:lvl8pPr>
              <a:defRPr sz="1575" b="0">
                <a:solidFill>
                  <a:srgbClr val="F6F8F5"/>
                </a:solidFill>
              </a:defRPr>
            </a:lvl8pPr>
            <a:lvl9pPr>
              <a:defRPr sz="1575" b="0">
                <a:solidFill>
                  <a:srgbClr val="F6F8F5"/>
                </a:solidFill>
              </a:defRPr>
            </a:lvl9pPr>
          </a:lstStyle>
          <a:p xmlns:a="http://schemas.openxmlformats.org/drawingml/2006/main">
            <a:pPr>
              <a:defRPr sz="1575" b="0">
                <a:solidFill>
                  <a:srgbClr val="F6F8F5"/>
                </a:solidFill>
              </a:defRPr>
            </a:pPr>
            <a:r>
              <a:rPr sz="1575" b="0">
                <a:solidFill>
                  <a:srgbClr val="F6F8F5"/>
                </a:solidFill>
              </a:rPr>
              <a:t>github.com/Kshitij-Tripathi87/</a:t>
            </a:r>
          </a:p>
          <a:p xmlns:a="http://schemas.openxmlformats.org/drawingml/2006/main">
            <a:pPr>
              <a:defRPr sz="1575" b="0">
                <a:solidFill>
                  <a:srgbClr val="F6F8F5"/>
                </a:solidFill>
              </a:defRPr>
            </a:pPr>
            <a:r>
              <a:rPr sz="1575" b="0">
                <a:solidFill>
                  <a:srgbClr val="F6F8F5"/>
                </a:solidFill>
              </a:rPr>
              <a:t>Project_Vanessa</a:t>
            </a:r>
          </a:p>
        </p:txBody>
      </p:sp>
    </p:spTree>
    <p:extLst>
      <p:ext uri="{BB962C8B-B14F-4D97-AF65-F5344CB8AC3E}">
        <p14:creationId xmlns:p14="http://schemas.microsoft.com/office/powerpoint/2010/main" val="2499420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2026-10-31T15:11:30.3420000Z</dcterms:created>
  <dcterms:modified xsi:type="dcterms:W3CDTF">2026-10-31T15:11:30.3420000Z</dcterms:modified>
</coreProperties>
</file>